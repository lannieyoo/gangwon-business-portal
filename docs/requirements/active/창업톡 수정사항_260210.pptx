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7" r:id="rId2"/>
    <p:sldId id="264" r:id="rId3"/>
    <p:sldId id="269" r:id="rId4"/>
    <p:sldId id="270" r:id="rId5"/>
    <p:sldId id="271" r:id="rId6"/>
    <p:sldId id="272" r:id="rId7"/>
    <p:sldId id="273" r:id="rId8"/>
    <p:sldId id="276" r:id="rId9"/>
    <p:sldId id="283" r:id="rId10"/>
    <p:sldId id="274" r:id="rId11"/>
    <p:sldId id="279" r:id="rId12"/>
    <p:sldId id="280" r:id="rId13"/>
    <p:sldId id="275" r:id="rId14"/>
    <p:sldId id="277" r:id="rId15"/>
    <p:sldId id="278" r:id="rId16"/>
    <p:sldId id="281" r:id="rId17"/>
    <p:sldId id="282" r:id="rId18"/>
    <p:sldId id="284" r:id="rId19"/>
  </p:sldIdLst>
  <p:sldSz cx="12192000" cy="6858000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FA88029-74FB-47D3-81E5-514984B30E14}">
          <p14:sldIdLst>
            <p14:sldId id="267"/>
            <p14:sldId id="264"/>
          </p14:sldIdLst>
        </p14:section>
        <p14:section name="26.02.03" id="{D142BAF1-6A50-420A-99DE-E1D0C0F6C1DE}">
          <p14:sldIdLst>
            <p14:sldId id="269"/>
          </p14:sldIdLst>
        </p14:section>
        <p14:section name="26.02.09" id="{144BEBAA-5408-4345-BE3F-4CB2D22DF349}">
          <p14:sldIdLst>
            <p14:sldId id="270"/>
            <p14:sldId id="271"/>
            <p14:sldId id="272"/>
            <p14:sldId id="273"/>
            <p14:sldId id="276"/>
            <p14:sldId id="283"/>
          </p14:sldIdLst>
        </p14:section>
        <p14:section name="요청사항" id="{09D11641-9450-4406-9667-C10CAE747C8E}">
          <p14:sldIdLst>
            <p14:sldId id="274"/>
            <p14:sldId id="279"/>
            <p14:sldId id="280"/>
            <p14:sldId id="275"/>
            <p14:sldId id="277"/>
            <p14:sldId id="278"/>
            <p14:sldId id="281"/>
            <p14:sldId id="282"/>
          </p14:sldIdLst>
        </p14:section>
        <p14:section name="모바일 화면" id="{DBAA52DB-2CDD-4159-B411-819F54844CD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5428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52" autoAdjust="0"/>
    <p:restoredTop sz="94660" autoAdjust="0"/>
  </p:normalViewPr>
  <p:slideViewPr>
    <p:cSldViewPr snapToGrid="0">
      <p:cViewPr varScale="1">
        <p:scale>
          <a:sx n="104" d="100"/>
          <a:sy n="104" d="100"/>
        </p:scale>
        <p:origin x="1296" y="114"/>
      </p:cViewPr>
      <p:guideLst>
        <p:guide orient="horz" pos="2160"/>
        <p:guide pos="3840"/>
        <p:guide pos="529"/>
        <p:guide pos="5428"/>
        <p:guide orient="horz" pos="210"/>
        <p:guide orient="horz" pos="3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309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5908E098-F956-472E-8394-2CE3A27453E9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4B6F90EA-C270-4512-8C79-0B8DDBED02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2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6DAAC-FE49-A3F0-A4DE-540E7F602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038FC6-A520-3C2F-66D5-AEB98712C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45D55A-1DD1-8F0B-4678-3FDF57A2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AE9A-6A51-4633-BFEC-A9EF105240E3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E0C2C-2A80-846D-4A3D-79ACB5FE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03B00-AAB2-FCFD-753D-951CD8C9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09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E70C5-D603-C5E6-6CA4-875D104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3A284-C191-0F7C-0E5B-E4FB81AFF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96974-D5B8-DEBD-CF06-A4A3B0D2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0336-B68A-4288-A639-A006E80E8429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C9DFF-FC91-F92A-2C62-D71202AC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58F16D-4F8C-87D7-C1C3-EEA0E593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71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6E193-8906-85EF-5F07-CCBF68A1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4573EC-3C6B-38E5-7A3D-ABC2F686E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A4C80-94A7-3399-8E9C-9D863A99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EB02F-6783-456C-9C66-CBBF4AF6D9B8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4D2F49-B73B-CE89-DF43-BBB8EEB3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EED18-9F15-BB41-D4E2-F362D240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16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97D3F-5799-6D3D-B92B-26707209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8A3A0F-F946-436B-4E09-BF750026B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F162F-02A8-0F88-C0EE-6BF4BC6C6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F8460A-104B-3F2E-46E7-FC9D3142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A9E5-2310-4EB6-B010-EA3ACAD47BA6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02C40F-8A00-0C6E-FC7B-1D3C8B12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BB0F43-66E4-7AED-4239-464DAD1F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6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F173-52BB-497F-27F6-1D0F1DA2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61C241-8CC9-220D-1652-68392354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415FF6-21E8-01B8-3FEF-5994A826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932BF0-7EEE-6196-90A2-D6AAB36E3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85F472-E2CD-523B-BA09-DB1D3D6B8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EA9B45-A257-1688-BD28-6BB76870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720D-D5E3-4536-A2FE-48ECA0BB24D3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853103-42A9-5EA4-D23B-77507C51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3743DD-6D3B-D37B-AAEB-00275216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94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65FFE-127B-CF42-0714-57BA79A0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F0A301-5C26-D07E-AE9F-3BF07A97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3728-9FA7-4657-B8AC-BF009A79F977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97A3B-494D-5649-1D45-30993A14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2DE29-953A-365E-AC25-EBB67E14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1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362986-CB6D-2B42-BAD4-94335567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A856-1AEE-48A9-93DA-889F2B78DC34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D3C3DD-6DEF-DEB6-0E0B-81B6A188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800F3-3CF1-2019-C56F-BC9A9572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76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71856-A2D7-6B83-F974-373A2370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857C4-62AB-ACC5-0B53-54D40143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EE10B4-0C63-A4FA-3015-61B061486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E57261-C334-9716-1209-E30DD55CB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0C07E-BE64-4AAF-956B-716CE8C12037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5B3EEF-5043-6D1C-D6D1-00CCC46E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06A961-5E3E-8354-CB05-8CE3BCF5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44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513C-8C77-B074-5E3E-39E1C361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39B09-7468-A077-48A6-85055F7C7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26A44-518C-75A1-0A0D-2CB1F86D1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72A85-870D-9D1F-C296-DD6094A3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A294-4192-4E06-BD5A-8B602F5EC460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E94092-6B6B-066A-8115-A82777DF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E42022-FD84-EF2F-5A2D-56FC2E03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02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2929-E97E-86ED-D6DF-3200B7FC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4F8B6-D17A-86B4-4551-F53575ED0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E6F4E2-9DA5-651C-20B0-0D0155BE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7F15D-48D2-4C80-9EB9-E54049A99FC2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6C2D9-5886-D090-CA64-2BD6AE77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ADFB58-C546-13A1-047A-CE53F9DE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0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45820B-9EC3-B0F2-695C-B1E02130F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78BB40-189B-7DC9-1B30-A03B24C18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86F545-EC0D-E91F-DDC8-CBF13210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B6BC-1FAB-488D-A288-0DC545B1076B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43E86-5E44-C074-A06E-F801FC84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EA8D12-90CA-BE4D-8C3B-7E3BA289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45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52003-0579-8C8D-ACBB-DB0208CE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B31E1F-007C-CE05-1C77-42BF6618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2D0C-A705-4DC7-A27B-80953584713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C80BA1-A950-71D9-5FB5-F9722A75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366B84-4613-D3C2-7751-DA714F53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2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CC920B-2B2A-A845-ADDA-B4688DC55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8C054-E58B-D848-0A48-E8263ECD3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CBB8E-9AD5-F56F-B878-80EDB753D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F2D0C-A705-4DC7-A27B-80953584713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0AC0B-91C6-22F8-21AD-2F1571F12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9E3AF-2134-CD0B-1928-DFB4CC48C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CD3A746-ED7F-938F-06A5-3D3267DCC3D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64" y="6691368"/>
            <a:ext cx="883936" cy="16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8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AB5C09-B0D6-D3FF-24A4-B875F4C58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10" y="2519315"/>
            <a:ext cx="5118363" cy="27814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95C88AD-3FA7-8E43-64E4-CB763922E922}"/>
              </a:ext>
            </a:extLst>
          </p:cNvPr>
          <p:cNvSpPr/>
          <p:nvPr/>
        </p:nvSpPr>
        <p:spPr>
          <a:xfrm>
            <a:off x="6397638" y="2897941"/>
            <a:ext cx="4692073" cy="1182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홈 </a:t>
            </a:r>
            <a:r>
              <a:rPr lang="ko-KR" altLang="en-US" dirty="0" err="1"/>
              <a:t>새로고침시</a:t>
            </a:r>
            <a:r>
              <a:rPr lang="ko-KR" altLang="en-US" dirty="0"/>
              <a:t> 로딩 </a:t>
            </a:r>
            <a:r>
              <a:rPr lang="ko-KR" altLang="en-US" dirty="0" err="1"/>
              <a:t>버벅거림이</a:t>
            </a:r>
            <a:r>
              <a:rPr lang="ko-KR" altLang="en-US" dirty="0"/>
              <a:t> 있음</a:t>
            </a:r>
            <a:endParaRPr lang="en-US" altLang="ko-KR" dirty="0"/>
          </a:p>
          <a:p>
            <a:pPr algn="ctr"/>
            <a:r>
              <a:rPr lang="ko-KR" altLang="en-US" dirty="0"/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232328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D423-766D-6A6C-FE8B-1A89C9A5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54B07B-6EE8-4CEC-8822-7C5A0646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22" y="323193"/>
            <a:ext cx="7912975" cy="5912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B7F112-7406-0EA9-CE27-5E544464F951}"/>
              </a:ext>
            </a:extLst>
          </p:cNvPr>
          <p:cNvSpPr txBox="1"/>
          <p:nvPr/>
        </p:nvSpPr>
        <p:spPr>
          <a:xfrm>
            <a:off x="8734096" y="764628"/>
            <a:ext cx="330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사업공고</a:t>
            </a:r>
            <a:br>
              <a:rPr lang="en-US" altLang="ko-KR" dirty="0"/>
            </a:br>
            <a:r>
              <a:rPr lang="ko-KR" altLang="en-US" dirty="0"/>
              <a:t>용량체크는 작동</a:t>
            </a:r>
            <a:r>
              <a:rPr lang="en-US" altLang="ko-KR" dirty="0"/>
              <a:t>&gt;</a:t>
            </a:r>
            <a:r>
              <a:rPr lang="ko-KR" altLang="en-US" dirty="0"/>
              <a:t>첨부 안됨</a:t>
            </a:r>
          </a:p>
        </p:txBody>
      </p:sp>
    </p:spTree>
    <p:extLst>
      <p:ext uri="{BB962C8B-B14F-4D97-AF65-F5344CB8AC3E}">
        <p14:creationId xmlns:p14="http://schemas.microsoft.com/office/powerpoint/2010/main" val="256185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75DA34-1E69-6EA9-A48B-F6FC06AFDE4A}"/>
              </a:ext>
            </a:extLst>
          </p:cNvPr>
          <p:cNvSpPr txBox="1"/>
          <p:nvPr/>
        </p:nvSpPr>
        <p:spPr>
          <a:xfrm>
            <a:off x="8734096" y="764628"/>
            <a:ext cx="3302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사업공고 </a:t>
            </a:r>
            <a:r>
              <a:rPr lang="en-US" altLang="ko-KR" sz="1400" dirty="0"/>
              <a:t>&gt; </a:t>
            </a:r>
            <a:r>
              <a:rPr lang="ko-KR" altLang="en-US" sz="1400" dirty="0"/>
              <a:t>신청기록 </a:t>
            </a:r>
            <a:r>
              <a:rPr lang="en-US" altLang="ko-KR" sz="1400" dirty="0"/>
              <a:t>&gt; </a:t>
            </a:r>
            <a:r>
              <a:rPr lang="ko-KR" altLang="en-US" sz="1400" dirty="0"/>
              <a:t>자료제출</a:t>
            </a:r>
            <a:r>
              <a:rPr lang="en-US" altLang="ko-KR" sz="1400" dirty="0"/>
              <a:t> </a:t>
            </a:r>
            <a:r>
              <a:rPr lang="ko-KR" altLang="en-US" sz="1400" dirty="0"/>
              <a:t>첨부 용량 </a:t>
            </a:r>
            <a:r>
              <a:rPr lang="en-US" altLang="ko-KR" sz="1400" dirty="0"/>
              <a:t>20MB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미구현</a:t>
            </a:r>
            <a:endParaRPr lang="ko-KR" altLang="en-US" sz="1400" dirty="0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E7F7FF-A815-A50C-CC63-5BE741209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05" y="486239"/>
            <a:ext cx="4952236" cy="554046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DA64B09-14CF-4028-8380-606C6F852186}"/>
              </a:ext>
            </a:extLst>
          </p:cNvPr>
          <p:cNvSpPr/>
          <p:nvPr/>
        </p:nvSpPr>
        <p:spPr>
          <a:xfrm>
            <a:off x="4914876" y="4886037"/>
            <a:ext cx="1726070" cy="2863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82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C63A-D842-4E15-F282-A75E0415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38642C-7673-2A5B-EE2B-A6092FE9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5364AE-396F-F825-5B4C-B3A0120D3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333376"/>
            <a:ext cx="7765999" cy="5605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F0926C-D21C-07CE-1587-723DB3AF2F46}"/>
              </a:ext>
            </a:extLst>
          </p:cNvPr>
          <p:cNvSpPr txBox="1"/>
          <p:nvPr/>
        </p:nvSpPr>
        <p:spPr>
          <a:xfrm>
            <a:off x="8734096" y="764628"/>
            <a:ext cx="3302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홈 </a:t>
            </a:r>
            <a:r>
              <a:rPr lang="en-US" altLang="ko-KR" sz="1400" dirty="0"/>
              <a:t>&gt; </a:t>
            </a:r>
            <a:r>
              <a:rPr lang="ko-KR" altLang="en-US" sz="1400" dirty="0"/>
              <a:t>사업공고</a:t>
            </a:r>
            <a:r>
              <a:rPr lang="en-US" altLang="ko-KR" sz="1400" dirty="0"/>
              <a:t> </a:t>
            </a:r>
            <a:r>
              <a:rPr lang="ko-KR" altLang="en-US" sz="1400" dirty="0"/>
              <a:t>파일 첨부</a:t>
            </a:r>
            <a:endParaRPr lang="en-US" altLang="ko-KR" sz="1400" dirty="0"/>
          </a:p>
          <a:p>
            <a:r>
              <a:rPr lang="ko-KR" altLang="en-US" sz="1400" dirty="0" err="1"/>
              <a:t>미구현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최대파일 사이즈 </a:t>
            </a:r>
            <a:r>
              <a:rPr lang="en-US" altLang="ko-KR" sz="1400" dirty="0"/>
              <a:t>20M</a:t>
            </a:r>
            <a:endParaRPr lang="ko-KR" altLang="en-US" sz="1400" dirty="0"/>
          </a:p>
        </p:txBody>
      </p:sp>
      <p:sp>
        <p:nvSpPr>
          <p:cNvPr id="2" name="십각형 1">
            <a:extLst>
              <a:ext uri="{FF2B5EF4-FFF2-40B4-BE49-F238E27FC236}">
                <a16:creationId xmlns:a16="http://schemas.microsoft.com/office/drawing/2014/main" id="{4D7119D6-338C-F87A-346C-758FAB292CFB}"/>
              </a:ext>
            </a:extLst>
          </p:cNvPr>
          <p:cNvSpPr/>
          <p:nvPr/>
        </p:nvSpPr>
        <p:spPr>
          <a:xfrm>
            <a:off x="6154309" y="333376"/>
            <a:ext cx="226423" cy="206734"/>
          </a:xfrm>
          <a:prstGeom prst="decag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877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C8D9-1FF9-D406-EE3D-DA849468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633ED9-4900-3139-90C6-5C4F1B322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333375"/>
            <a:ext cx="5256212" cy="5545500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D0433E-3DFF-7F22-48AE-0E95367E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1096D-369F-873F-35C7-88FD579C11DD}"/>
              </a:ext>
            </a:extLst>
          </p:cNvPr>
          <p:cNvSpPr txBox="1"/>
          <p:nvPr/>
        </p:nvSpPr>
        <p:spPr>
          <a:xfrm>
            <a:off x="8690776" y="764628"/>
            <a:ext cx="3442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홈 </a:t>
            </a:r>
            <a:r>
              <a:rPr lang="en-US" altLang="ko-KR" sz="1400" dirty="0"/>
              <a:t>&gt; </a:t>
            </a:r>
            <a:r>
              <a:rPr lang="ko-KR" altLang="en-US" sz="1400" dirty="0"/>
              <a:t>원스톱지원</a:t>
            </a:r>
            <a:r>
              <a:rPr lang="en-US" altLang="ko-KR" sz="1400" dirty="0"/>
              <a:t>&gt;1:1 </a:t>
            </a:r>
            <a:r>
              <a:rPr lang="ko-KR" altLang="en-US" sz="1400" dirty="0"/>
              <a:t>문의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r>
              <a:rPr lang="ko-KR" altLang="en-US" sz="1400" dirty="0"/>
              <a:t>첨부파일 업로드후 이름 다름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2. </a:t>
            </a:r>
            <a:r>
              <a:rPr lang="ko-KR" altLang="en-US" sz="1400" dirty="0"/>
              <a:t>파일 최대사이즈 표기 문제</a:t>
            </a:r>
          </a:p>
        </p:txBody>
      </p:sp>
      <p:sp>
        <p:nvSpPr>
          <p:cNvPr id="7" name="십각형 6">
            <a:extLst>
              <a:ext uri="{FF2B5EF4-FFF2-40B4-BE49-F238E27FC236}">
                <a16:creationId xmlns:a16="http://schemas.microsoft.com/office/drawing/2014/main" id="{945379FA-3985-2DA4-BE98-122804DA0007}"/>
              </a:ext>
            </a:extLst>
          </p:cNvPr>
          <p:cNvSpPr/>
          <p:nvPr/>
        </p:nvSpPr>
        <p:spPr>
          <a:xfrm>
            <a:off x="1542553" y="4532243"/>
            <a:ext cx="226423" cy="206734"/>
          </a:xfrm>
          <a:prstGeom prst="decag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십각형 15">
            <a:extLst>
              <a:ext uri="{FF2B5EF4-FFF2-40B4-BE49-F238E27FC236}">
                <a16:creationId xmlns:a16="http://schemas.microsoft.com/office/drawing/2014/main" id="{2A469515-01F6-BA86-D972-6677E0013EB9}"/>
              </a:ext>
            </a:extLst>
          </p:cNvPr>
          <p:cNvSpPr/>
          <p:nvPr/>
        </p:nvSpPr>
        <p:spPr>
          <a:xfrm>
            <a:off x="2800184" y="4923182"/>
            <a:ext cx="226423" cy="206734"/>
          </a:xfrm>
          <a:prstGeom prst="decag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5444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D56A0-F599-39B4-C30F-B85B42F4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8616CE-738E-E199-51B9-748D701A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1D1DE-F2F7-A9FE-171B-0B6CDD538603}"/>
              </a:ext>
            </a:extLst>
          </p:cNvPr>
          <p:cNvSpPr txBox="1"/>
          <p:nvPr/>
        </p:nvSpPr>
        <p:spPr>
          <a:xfrm>
            <a:off x="8690776" y="764628"/>
            <a:ext cx="34429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홈 </a:t>
            </a:r>
            <a:r>
              <a:rPr lang="en-US" altLang="ko-KR" sz="1400" dirty="0"/>
              <a:t>&gt; </a:t>
            </a:r>
            <a:r>
              <a:rPr lang="ko-KR" altLang="en-US" sz="1400" dirty="0"/>
              <a:t>원스톱지원</a:t>
            </a:r>
            <a:r>
              <a:rPr lang="en-US" altLang="ko-KR" sz="1400" dirty="0"/>
              <a:t>&gt;</a:t>
            </a:r>
            <a:r>
              <a:rPr lang="ko-KR" altLang="en-US" sz="1400" dirty="0"/>
              <a:t>문의내역</a:t>
            </a:r>
            <a:br>
              <a:rPr lang="en-US" altLang="ko-KR" sz="1400" dirty="0"/>
            </a:br>
            <a:r>
              <a:rPr lang="en-US" altLang="ko-KR" sz="1400" dirty="0"/>
              <a:t> 1:1</a:t>
            </a:r>
            <a:r>
              <a:rPr lang="ko-KR" altLang="en-US" sz="1400" dirty="0"/>
              <a:t>문의</a:t>
            </a:r>
            <a:r>
              <a:rPr lang="en-US" altLang="ko-KR" sz="1400" dirty="0"/>
              <a:t> </a:t>
            </a:r>
            <a:r>
              <a:rPr lang="ko-KR" altLang="en-US" sz="1400" dirty="0"/>
              <a:t>입력 후 바로 적용이 안되고 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r>
              <a:rPr lang="ko-KR" altLang="en-US" sz="1400" dirty="0" err="1"/>
              <a:t>새로고침해야</a:t>
            </a:r>
            <a:r>
              <a:rPr lang="ko-KR" altLang="en-US" sz="1400" dirty="0"/>
              <a:t> 노출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다른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페이지들도 체크 부탁드립니다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E94EE3-C1FD-9782-8C81-6B34B3C9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333375"/>
            <a:ext cx="5441742" cy="3523430"/>
          </a:xfrm>
          <a:prstGeom prst="rect">
            <a:avLst/>
          </a:prstGeom>
        </p:spPr>
      </p:pic>
      <p:sp>
        <p:nvSpPr>
          <p:cNvPr id="7" name="십각형 6">
            <a:extLst>
              <a:ext uri="{FF2B5EF4-FFF2-40B4-BE49-F238E27FC236}">
                <a16:creationId xmlns:a16="http://schemas.microsoft.com/office/drawing/2014/main" id="{8A8BF813-CCA5-CB13-C108-E8F5ECB2C6F8}"/>
              </a:ext>
            </a:extLst>
          </p:cNvPr>
          <p:cNvSpPr/>
          <p:nvPr/>
        </p:nvSpPr>
        <p:spPr>
          <a:xfrm>
            <a:off x="1311965" y="2735249"/>
            <a:ext cx="226423" cy="206734"/>
          </a:xfrm>
          <a:prstGeom prst="decag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83B88A-ACF1-9CD2-75B9-948097C70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4169806"/>
            <a:ext cx="4900654" cy="20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9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FBAC0-562D-6E16-20B5-2D0CC740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C363B-6A8F-0C23-A772-20F999E4E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경영성과＞기업정보＞사업정보＞사업분야</a:t>
            </a:r>
            <a:r>
              <a:rPr lang="ko-KR" altLang="en-US" dirty="0"/>
              <a:t>　삭제</a:t>
            </a:r>
            <a:endParaRPr lang="en-US" altLang="ko-KR" dirty="0"/>
          </a:p>
          <a:p>
            <a:r>
              <a:rPr lang="ko-KR" altLang="en-US" dirty="0"/>
              <a:t>투자　정보　지식재산권　옆에</a:t>
            </a:r>
            <a:endParaRPr lang="en-US" altLang="ko-KR" dirty="0"/>
          </a:p>
          <a:p>
            <a:r>
              <a:rPr lang="ko-KR" altLang="en-US" dirty="0"/>
              <a:t>증빙서류　구분할　수　있게</a:t>
            </a:r>
            <a:endParaRPr lang="en-US" altLang="ko-KR" dirty="0"/>
          </a:p>
          <a:p>
            <a:r>
              <a:rPr lang="ko-KR" altLang="en-US" dirty="0"/>
              <a:t>성과　조회　＞　이력　조회</a:t>
            </a:r>
            <a:endParaRPr lang="en-US" altLang="ko-KR" dirty="0"/>
          </a:p>
          <a:p>
            <a:r>
              <a:rPr lang="ko-KR" altLang="en-US" dirty="0"/>
              <a:t>지원　사업　＞　보완　요청　기능　추가</a:t>
            </a:r>
            <a:endParaRPr lang="en-US" altLang="ko-KR" dirty="0"/>
          </a:p>
          <a:p>
            <a:r>
              <a:rPr lang="ko-KR" altLang="en-US" dirty="0"/>
              <a:t>공고　이미지　사이즈　세로형으로</a:t>
            </a:r>
            <a:endParaRPr lang="en-US" altLang="ko-KR" dirty="0"/>
          </a:p>
          <a:p>
            <a:r>
              <a:rPr lang="ko-KR" altLang="en-US" dirty="0"/>
              <a:t>권한　－　강원대학교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201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3459A3-6CDA-BAD5-4370-DC7AAB01A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26" y="1248705"/>
            <a:ext cx="8279011" cy="4139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FF2343-514D-838B-0CB1-B54BBC92A624}"/>
              </a:ext>
            </a:extLst>
          </p:cNvPr>
          <p:cNvSpPr txBox="1"/>
          <p:nvPr/>
        </p:nvSpPr>
        <p:spPr>
          <a:xfrm>
            <a:off x="8689868" y="1583323"/>
            <a:ext cx="308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사업공고 </a:t>
            </a:r>
            <a:r>
              <a:rPr lang="en-US" altLang="ko-KR" sz="2400" dirty="0"/>
              <a:t>&gt; </a:t>
            </a:r>
            <a:r>
              <a:rPr lang="ko-KR" altLang="en-US" sz="2400" dirty="0"/>
              <a:t>신청기록</a:t>
            </a:r>
            <a:endParaRPr lang="en-US" altLang="ko-KR" sz="2400" dirty="0"/>
          </a:p>
          <a:p>
            <a:r>
              <a:rPr lang="ko-KR" altLang="en-US" sz="2400" dirty="0"/>
              <a:t>거절사유 제공 안됨</a:t>
            </a:r>
          </a:p>
        </p:txBody>
      </p:sp>
    </p:spTree>
    <p:extLst>
      <p:ext uri="{BB962C8B-B14F-4D97-AF65-F5344CB8AC3E}">
        <p14:creationId xmlns:p14="http://schemas.microsoft.com/office/powerpoint/2010/main" val="322075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61FE44-9B9F-7934-7D10-D27E15A1E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13" y="1158758"/>
            <a:ext cx="10204974" cy="4540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E89D0D-55B0-9663-BA3E-D4EE8DC80225}"/>
              </a:ext>
            </a:extLst>
          </p:cNvPr>
          <p:cNvSpPr txBox="1"/>
          <p:nvPr/>
        </p:nvSpPr>
        <p:spPr>
          <a:xfrm>
            <a:off x="9522691" y="2498092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해결됨 처리 방법 문의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AC4A9-7C31-AC3F-0226-6BD90F41ED52}"/>
              </a:ext>
            </a:extLst>
          </p:cNvPr>
          <p:cNvSpPr txBox="1"/>
          <p:nvPr/>
        </p:nvSpPr>
        <p:spPr>
          <a:xfrm>
            <a:off x="10044545" y="2003418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→닫힘 처리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2988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19F2D6-2148-00FF-F192-9E7B6CC3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7" y="1215109"/>
            <a:ext cx="11970365" cy="556923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9C82F49-DC46-556F-878B-E15014366506}"/>
              </a:ext>
            </a:extLst>
          </p:cNvPr>
          <p:cNvSpPr/>
          <p:nvPr/>
        </p:nvSpPr>
        <p:spPr>
          <a:xfrm>
            <a:off x="6161461" y="2405670"/>
            <a:ext cx="4105594" cy="583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CBCF0-B595-22B4-5AC1-4E440693ED9A}"/>
              </a:ext>
            </a:extLst>
          </p:cNvPr>
          <p:cNvSpPr txBox="1"/>
          <p:nvPr/>
        </p:nvSpPr>
        <p:spPr>
          <a:xfrm>
            <a:off x="5492538" y="1951538"/>
            <a:ext cx="511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경영성과＞기업정보＞사업정보＞사업분야</a:t>
            </a:r>
            <a:r>
              <a:rPr lang="ko-KR" altLang="en-US" dirty="0"/>
              <a:t> 삭제</a:t>
            </a:r>
          </a:p>
        </p:txBody>
      </p:sp>
    </p:spTree>
    <p:extLst>
      <p:ext uri="{BB962C8B-B14F-4D97-AF65-F5344CB8AC3E}">
        <p14:creationId xmlns:p14="http://schemas.microsoft.com/office/powerpoint/2010/main" val="3779825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4CA5ED-CA62-A43C-147A-3C2DBB43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4"/>
          <a:stretch>
            <a:fillRect/>
          </a:stretch>
        </p:blipFill>
        <p:spPr>
          <a:xfrm>
            <a:off x="330270" y="513637"/>
            <a:ext cx="8464985" cy="47972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6ED3FB-E326-2FF1-F67B-E9CF8DF74342}"/>
              </a:ext>
            </a:extLst>
          </p:cNvPr>
          <p:cNvSpPr txBox="1"/>
          <p:nvPr/>
        </p:nvSpPr>
        <p:spPr>
          <a:xfrm>
            <a:off x="1995504" y="52832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수출액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13B92E1-7BD5-A1BE-04CC-664D7C91D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33" y="5652533"/>
            <a:ext cx="4800847" cy="4508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F4D650-85F9-8B40-2681-570384C3FBC3}"/>
              </a:ext>
            </a:extLst>
          </p:cNvPr>
          <p:cNvSpPr txBox="1"/>
          <p:nvPr/>
        </p:nvSpPr>
        <p:spPr>
          <a:xfrm>
            <a:off x="432316" y="52832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매출액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F24CD7-6726-784F-22FD-21CD66879F9A}"/>
              </a:ext>
            </a:extLst>
          </p:cNvPr>
          <p:cNvSpPr txBox="1"/>
          <p:nvPr/>
        </p:nvSpPr>
        <p:spPr>
          <a:xfrm>
            <a:off x="3558692" y="52832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고용창출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650E9A-D23D-FE08-5533-29DAFED994F5}"/>
              </a:ext>
            </a:extLst>
          </p:cNvPr>
          <p:cNvSpPr txBox="1"/>
          <p:nvPr/>
        </p:nvSpPr>
        <p:spPr>
          <a:xfrm>
            <a:off x="5482498" y="5029508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증빙서류 첨부기능 세분화</a:t>
            </a:r>
          </a:p>
        </p:txBody>
      </p:sp>
    </p:spTree>
    <p:extLst>
      <p:ext uri="{BB962C8B-B14F-4D97-AF65-F5344CB8AC3E}">
        <p14:creationId xmlns:p14="http://schemas.microsoft.com/office/powerpoint/2010/main" val="381174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소프트웨어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9233AD-AADC-0D79-29EF-6DA8B1EF5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69" y="1353672"/>
            <a:ext cx="9182572" cy="12319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192C5B-9769-BDB2-7836-A1DCAF6D4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225" y="688097"/>
            <a:ext cx="3822896" cy="4572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BA7C7A-FAED-C246-1E9E-89D682359C09}"/>
              </a:ext>
            </a:extLst>
          </p:cNvPr>
          <p:cNvSpPr txBox="1"/>
          <p:nvPr/>
        </p:nvSpPr>
        <p:spPr>
          <a:xfrm>
            <a:off x="3937433" y="2650837"/>
            <a:ext cx="2414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명칭 변경</a:t>
            </a:r>
            <a:endParaRPr lang="en-US" altLang="ko-KR" dirty="0"/>
          </a:p>
          <a:p>
            <a:r>
              <a:rPr lang="ko-KR" altLang="en-US" dirty="0"/>
              <a:t>경영성과 </a:t>
            </a:r>
            <a:r>
              <a:rPr lang="en-US" altLang="ko-KR" dirty="0"/>
              <a:t>&gt; </a:t>
            </a:r>
            <a:r>
              <a:rPr lang="ko-KR" altLang="en-US" dirty="0"/>
              <a:t>성과조회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성과조회 → 이력조회</a:t>
            </a:r>
          </a:p>
        </p:txBody>
      </p:sp>
    </p:spTree>
    <p:extLst>
      <p:ext uri="{BB962C8B-B14F-4D97-AF65-F5344CB8AC3E}">
        <p14:creationId xmlns:p14="http://schemas.microsoft.com/office/powerpoint/2010/main" val="2779936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B1B84A-C883-383B-C2C1-EF621550C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4671"/>
          <a:stretch>
            <a:fillRect/>
          </a:stretch>
        </p:blipFill>
        <p:spPr>
          <a:xfrm>
            <a:off x="378057" y="808023"/>
            <a:ext cx="9214324" cy="38748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48D860-65B4-261A-0305-871066230FDB}"/>
              </a:ext>
            </a:extLst>
          </p:cNvPr>
          <p:cNvSpPr txBox="1"/>
          <p:nvPr/>
        </p:nvSpPr>
        <p:spPr>
          <a:xfrm>
            <a:off x="2939581" y="295185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투자 정보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708C6ED-0D23-F12B-B4B6-B9F6D28DA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17" y="4860790"/>
            <a:ext cx="8318928" cy="742016"/>
          </a:xfrm>
          <a:prstGeom prst="rect">
            <a:avLst/>
          </a:prstGeom>
        </p:spPr>
      </p:pic>
      <p:pic>
        <p:nvPicPr>
          <p:cNvPr id="15" name="그림 14" descr="텍스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29236A-7EBF-2AD1-843E-9B08B415A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90" y="3292259"/>
            <a:ext cx="8318928" cy="1568531"/>
          </a:xfrm>
          <a:prstGeom prst="rect">
            <a:avLst/>
          </a:prstGeom>
        </p:spPr>
      </p:pic>
      <p:pic>
        <p:nvPicPr>
          <p:cNvPr id="17" name="그림 16" descr="텍스트, 스크린샷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9B0945-D43E-38D5-519B-AB864F419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137" y="4479770"/>
            <a:ext cx="2578233" cy="7620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949042-90A9-5BCA-B0DD-A64D309730B3}"/>
              </a:ext>
            </a:extLst>
          </p:cNvPr>
          <p:cNvSpPr txBox="1"/>
          <p:nvPr/>
        </p:nvSpPr>
        <p:spPr>
          <a:xfrm>
            <a:off x="6497137" y="5602806"/>
            <a:ext cx="3594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관리자 페이지</a:t>
            </a:r>
            <a:endParaRPr lang="en-US" altLang="ko-KR" dirty="0"/>
          </a:p>
          <a:p>
            <a:r>
              <a:rPr lang="ko-KR" altLang="en-US" dirty="0"/>
              <a:t>기관별 투자 총액 조회 기능 추가</a:t>
            </a:r>
          </a:p>
        </p:txBody>
      </p:sp>
    </p:spTree>
    <p:extLst>
      <p:ext uri="{BB962C8B-B14F-4D97-AF65-F5344CB8AC3E}">
        <p14:creationId xmlns:p14="http://schemas.microsoft.com/office/powerpoint/2010/main" val="1863855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B28853-57A9-6BD0-AB78-7DF3C3E32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" y="545952"/>
            <a:ext cx="12065620" cy="576609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18F5360-7480-1E1F-A3A3-CCDB76AFC643}"/>
              </a:ext>
            </a:extLst>
          </p:cNvPr>
          <p:cNvSpPr/>
          <p:nvPr/>
        </p:nvSpPr>
        <p:spPr>
          <a:xfrm>
            <a:off x="8766115" y="1943851"/>
            <a:ext cx="3222685" cy="1381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95573-0065-2CB6-8DCF-44C256AA42B6}"/>
              </a:ext>
            </a:extLst>
          </p:cNvPr>
          <p:cNvSpPr txBox="1"/>
          <p:nvPr/>
        </p:nvSpPr>
        <p:spPr>
          <a:xfrm>
            <a:off x="8562109" y="3740728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대표이미지</a:t>
            </a:r>
            <a:r>
              <a:rPr lang="ko-KR" altLang="en-US" dirty="0"/>
              <a:t> 사이즈 변경</a:t>
            </a:r>
            <a:r>
              <a:rPr lang="en-US" altLang="ko-KR" dirty="0"/>
              <a:t>(850*1200)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1A730-7C14-AD90-130C-BEF8D79A464E}"/>
              </a:ext>
            </a:extLst>
          </p:cNvPr>
          <p:cNvSpPr txBox="1"/>
          <p:nvPr/>
        </p:nvSpPr>
        <p:spPr>
          <a:xfrm>
            <a:off x="8562108" y="4277430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가로형 </a:t>
            </a:r>
            <a:r>
              <a:rPr lang="en-US" altLang="ko-KR" dirty="0"/>
              <a:t>&gt; </a:t>
            </a:r>
            <a:r>
              <a:rPr lang="ko-KR" altLang="en-US" dirty="0"/>
              <a:t>세로형 변경</a:t>
            </a:r>
          </a:p>
        </p:txBody>
      </p:sp>
    </p:spTree>
    <p:extLst>
      <p:ext uri="{BB962C8B-B14F-4D97-AF65-F5344CB8AC3E}">
        <p14:creationId xmlns:p14="http://schemas.microsoft.com/office/powerpoint/2010/main" val="141297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D06663-CB95-E615-EA73-0A82CD592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01" y="136525"/>
            <a:ext cx="5860699" cy="3296644"/>
          </a:xfrm>
          <a:prstGeom prst="rect">
            <a:avLst/>
          </a:prstGeom>
        </p:spPr>
      </p:pic>
      <p:pic>
        <p:nvPicPr>
          <p:cNvPr id="8" name="그림 7" descr="텍스트, 스크린샷, 웹 페이지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7D37C7-7F0F-4D4F-BC0C-726181F19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2" y="2086190"/>
            <a:ext cx="7047810" cy="42037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7E50D26-821C-3D72-751A-9351F9887355}"/>
              </a:ext>
            </a:extLst>
          </p:cNvPr>
          <p:cNvSpPr/>
          <p:nvPr/>
        </p:nvSpPr>
        <p:spPr>
          <a:xfrm>
            <a:off x="4184879" y="817014"/>
            <a:ext cx="1513958" cy="965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4E9FCF-3044-436E-A703-24777C8ED165}"/>
              </a:ext>
            </a:extLst>
          </p:cNvPr>
          <p:cNvSpPr/>
          <p:nvPr/>
        </p:nvSpPr>
        <p:spPr>
          <a:xfrm>
            <a:off x="628880" y="2673524"/>
            <a:ext cx="1319994" cy="1063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C5D193-570F-B06F-5C5D-0B02515CFB3E}"/>
              </a:ext>
            </a:extLst>
          </p:cNvPr>
          <p:cNvSpPr/>
          <p:nvPr/>
        </p:nvSpPr>
        <p:spPr>
          <a:xfrm>
            <a:off x="628881" y="5121160"/>
            <a:ext cx="1319994" cy="1063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E4CE2-66EE-5CBC-20E6-E0B15C6F5FD2}"/>
              </a:ext>
            </a:extLst>
          </p:cNvPr>
          <p:cNvSpPr txBox="1"/>
          <p:nvPr/>
        </p:nvSpPr>
        <p:spPr>
          <a:xfrm>
            <a:off x="6687127" y="1216750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세로형 </a:t>
            </a:r>
            <a:r>
              <a:rPr lang="ko-KR" altLang="en-US"/>
              <a:t>비율 변경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29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소프트웨어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8ACE1E-6B9C-2FE6-F2C3-1A66D8655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01" y="512321"/>
            <a:ext cx="10312930" cy="265443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4C1E7DC-1CBB-B15F-6E92-E90AD263B7F1}"/>
              </a:ext>
            </a:extLst>
          </p:cNvPr>
          <p:cNvSpPr/>
          <p:nvPr/>
        </p:nvSpPr>
        <p:spPr>
          <a:xfrm>
            <a:off x="8512334" y="2681832"/>
            <a:ext cx="1306726" cy="325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AFF11-8909-1F66-571F-52317F2EE147}"/>
              </a:ext>
            </a:extLst>
          </p:cNvPr>
          <p:cNvSpPr txBox="1"/>
          <p:nvPr/>
        </p:nvSpPr>
        <p:spPr>
          <a:xfrm>
            <a:off x="8445506" y="3166757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지원사업 보완요청 기능 추가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90018B-F0EC-79E2-A63C-859EF46E3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307" y="2754083"/>
            <a:ext cx="498485" cy="18795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5146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7C34BE8-31C5-7138-0A79-F940C8FB2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2" y="2732513"/>
            <a:ext cx="5261836" cy="58968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396458-A2C1-9D6A-7C7B-1ABAF6CA8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42" y="1522837"/>
            <a:ext cx="4189903" cy="589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3CFE58-2B17-23A0-70BB-9CF463C50212}"/>
              </a:ext>
            </a:extLst>
          </p:cNvPr>
          <p:cNvSpPr txBox="1"/>
          <p:nvPr/>
        </p:nvSpPr>
        <p:spPr>
          <a:xfrm>
            <a:off x="1025236" y="115338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사용자 페이지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BCD98-7CAA-8CEE-0354-D13DEE51C3B1}"/>
              </a:ext>
            </a:extLst>
          </p:cNvPr>
          <p:cNvSpPr txBox="1"/>
          <p:nvPr/>
        </p:nvSpPr>
        <p:spPr>
          <a:xfrm>
            <a:off x="1025236" y="235249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관리자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A3E02-1CE8-F173-5784-444C526D7D25}"/>
              </a:ext>
            </a:extLst>
          </p:cNvPr>
          <p:cNvSpPr txBox="1"/>
          <p:nvPr/>
        </p:nvSpPr>
        <p:spPr>
          <a:xfrm>
            <a:off x="1025236" y="513304"/>
            <a:ext cx="148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Footer Tag</a:t>
            </a:r>
            <a:endParaRPr lang="ko-KR" alt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D88506-FA92-9F4B-4A43-5C635FA78AEB}"/>
              </a:ext>
            </a:extLst>
          </p:cNvPr>
          <p:cNvSpPr txBox="1"/>
          <p:nvPr/>
        </p:nvSpPr>
        <p:spPr>
          <a:xfrm>
            <a:off x="1025236" y="363912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권한 </a:t>
            </a:r>
            <a:r>
              <a:rPr lang="en-US" altLang="ko-KR" dirty="0"/>
              <a:t>- </a:t>
            </a:r>
            <a:r>
              <a:rPr lang="ko-KR" altLang="en-US" dirty="0"/>
              <a:t>강원대학교</a:t>
            </a:r>
          </a:p>
        </p:txBody>
      </p:sp>
    </p:spTree>
    <p:extLst>
      <p:ext uri="{BB962C8B-B14F-4D97-AF65-F5344CB8AC3E}">
        <p14:creationId xmlns:p14="http://schemas.microsoft.com/office/powerpoint/2010/main" val="103545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5C57E1-B3C5-A61D-DAA4-AD2C9019E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00" b="2626"/>
          <a:stretch>
            <a:fillRect/>
          </a:stretch>
        </p:blipFill>
        <p:spPr>
          <a:xfrm>
            <a:off x="7193313" y="295565"/>
            <a:ext cx="3257677" cy="606829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E3008E-FE9D-1A84-8088-2BDB1734E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05" y="295564"/>
            <a:ext cx="2957137" cy="6068290"/>
          </a:xfrm>
          <a:prstGeom prst="rect">
            <a:avLst/>
          </a:prstGeom>
        </p:spPr>
      </p:pic>
      <p:pic>
        <p:nvPicPr>
          <p:cNvPr id="10" name="그림 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AE6E56-4136-F7AC-CD90-10E11953F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69"/>
          <a:stretch>
            <a:fillRect/>
          </a:stretch>
        </p:blipFill>
        <p:spPr>
          <a:xfrm>
            <a:off x="3705061" y="295564"/>
            <a:ext cx="3175233" cy="606829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C04777-42C9-7C33-2FD5-E3E856F52B76}"/>
              </a:ext>
            </a:extLst>
          </p:cNvPr>
          <p:cNvSpPr/>
          <p:nvPr/>
        </p:nvSpPr>
        <p:spPr>
          <a:xfrm>
            <a:off x="7111999" y="3329709"/>
            <a:ext cx="3482109" cy="678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A50438-6A0F-7D52-F89E-AECB1E73E8D9}"/>
              </a:ext>
            </a:extLst>
          </p:cNvPr>
          <p:cNvSpPr/>
          <p:nvPr/>
        </p:nvSpPr>
        <p:spPr>
          <a:xfrm>
            <a:off x="3874962" y="1727200"/>
            <a:ext cx="2756747" cy="314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631642-A480-B1A7-5801-2B36C08ADE59}"/>
              </a:ext>
            </a:extLst>
          </p:cNvPr>
          <p:cNvSpPr/>
          <p:nvPr/>
        </p:nvSpPr>
        <p:spPr>
          <a:xfrm>
            <a:off x="451975" y="2094345"/>
            <a:ext cx="2756747" cy="314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CEB9B-AC77-3EC3-FD86-CC2AB7FAD9EC}"/>
              </a:ext>
            </a:extLst>
          </p:cNvPr>
          <p:cNvSpPr txBox="1"/>
          <p:nvPr/>
        </p:nvSpPr>
        <p:spPr>
          <a:xfrm>
            <a:off x="9624291" y="1627971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모바일 사이즈 벗어남</a:t>
            </a:r>
          </a:p>
        </p:txBody>
      </p:sp>
    </p:spTree>
    <p:extLst>
      <p:ext uri="{BB962C8B-B14F-4D97-AF65-F5344CB8AC3E}">
        <p14:creationId xmlns:p14="http://schemas.microsoft.com/office/powerpoint/2010/main" val="49187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205</Words>
  <Application>Microsoft Office PowerPoint</Application>
  <PresentationFormat>와이드스크린</PresentationFormat>
  <Paragraphs>44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정</dc:creator>
  <cp:lastModifiedBy>김 민준</cp:lastModifiedBy>
  <cp:revision>13</cp:revision>
  <cp:lastPrinted>2026-01-30T04:58:02Z</cp:lastPrinted>
  <dcterms:created xsi:type="dcterms:W3CDTF">2026-01-28T09:27:59Z</dcterms:created>
  <dcterms:modified xsi:type="dcterms:W3CDTF">2026-02-10T08:59:31Z</dcterms:modified>
</cp:coreProperties>
</file>