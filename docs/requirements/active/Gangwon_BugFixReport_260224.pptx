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9" r:id="rId2"/>
    <p:sldId id="271" r:id="rId3"/>
    <p:sldId id="277" r:id="rId4"/>
    <p:sldId id="278" r:id="rId5"/>
    <p:sldId id="279" r:id="rId6"/>
  </p:sldIdLst>
  <p:sldSz cx="12192000" cy="6858000"/>
  <p:notesSz cx="6888163" cy="100187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FA88029-74FB-47D3-81E5-514984B30E14}">
          <p14:sldIdLst/>
        </p14:section>
        <p14:section name="26.02.03" id="{D142BAF1-6A50-420A-99DE-E1D0C0F6C1DE}">
          <p14:sldIdLst>
            <p14:sldId id="269"/>
          </p14:sldIdLst>
        </p14:section>
        <p14:section name="26.02.09" id="{144BEBAA-5408-4345-BE3F-4CB2D22DF349}">
          <p14:sldIdLst>
            <p14:sldId id="271"/>
            <p14:sldId id="277"/>
            <p14:sldId id="278"/>
            <p14:sldId id="279"/>
          </p14:sldIdLst>
        </p14:section>
        <p14:section name="모바일 화면" id="{DBAA52DB-2CDD-4159-B411-819F54844CD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29" userDrawn="1">
          <p15:clr>
            <a:srgbClr val="A4A3A4"/>
          </p15:clr>
        </p15:guide>
        <p15:guide id="4" pos="5428" userDrawn="1">
          <p15:clr>
            <a:srgbClr val="A4A3A4"/>
          </p15:clr>
        </p15:guide>
        <p15:guide id="5" orient="horz" pos="210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52" autoAdjust="0"/>
    <p:restoredTop sz="94660" autoAdjust="0"/>
  </p:normalViewPr>
  <p:slideViewPr>
    <p:cSldViewPr snapToGrid="0">
      <p:cViewPr varScale="1">
        <p:scale>
          <a:sx n="101" d="100"/>
          <a:sy n="101" d="100"/>
        </p:scale>
        <p:origin x="1416" y="102"/>
      </p:cViewPr>
      <p:guideLst>
        <p:guide orient="horz" pos="2160"/>
        <p:guide pos="3840"/>
        <p:guide pos="529"/>
        <p:guide pos="5428"/>
        <p:guide orient="horz" pos="210"/>
        <p:guide orient="horz" pos="3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3090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5908E098-F956-472E-8394-2CE3A27453E9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4B6F90EA-C270-4512-8C79-0B8DDBED02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29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6DAAC-FE49-A3F0-A4DE-540E7F602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038FC6-A520-3C2F-66D5-AEB98712C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45D55A-1DD1-8F0B-4678-3FDF57A2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AE9A-6A51-4633-BFEC-A9EF105240E3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AE0C2C-2A80-846D-4A3D-79ACB5FE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F03B00-AAB2-FCFD-753D-951CD8C9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09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E70C5-D603-C5E6-6CA4-875D1047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43A284-C191-0F7C-0E5B-E4FB81AFF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96974-D5B8-DEBD-CF06-A4A3B0D2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20336-B68A-4288-A639-A006E80E8429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2C9DFF-FC91-F92A-2C62-D71202AC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58F16D-4F8C-87D7-C1C3-EEA0E593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71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6E193-8906-85EF-5F07-CCBF68A1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4573EC-3C6B-38E5-7A3D-ABC2F686E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A4C80-94A7-3399-8E9C-9D863A99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EB02F-6783-456C-9C66-CBBF4AF6D9B8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4D2F49-B73B-CE89-DF43-BBB8EEB3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EED18-9F15-BB41-D4E2-F362D240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166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E97D3F-5799-6D3D-B92B-26707209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8A3A0F-F946-436B-4E09-BF750026B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DF162F-02A8-0F88-C0EE-6BF4BC6C6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F8460A-104B-3F2E-46E7-FC9D31424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A9E5-2310-4EB6-B010-EA3ACAD47BA6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02C40F-8A00-0C6E-FC7B-1D3C8B12D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BB0F43-66E4-7AED-4239-464DAD1F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06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3F173-52BB-497F-27F6-1D0F1DA2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61C241-8CC9-220D-1652-683923546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415FF6-21E8-01B8-3FEF-5994A8261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B932BF0-7EEE-6196-90A2-D6AAB36E3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85F472-E2CD-523B-BA09-DB1D3D6B8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EA9B45-A257-1688-BD28-6BB76870C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720D-D5E3-4536-A2FE-48ECA0BB24D3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853103-42A9-5EA4-D23B-77507C51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3743DD-6D3B-D37B-AAEB-00275216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947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65FFE-127B-CF42-0714-57BA79A0E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F0A301-5C26-D07E-AE9F-3BF07A97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3728-9FA7-4657-B8AC-BF009A79F977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597A3B-494D-5649-1D45-30993A14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22DE29-953A-365E-AC25-EBB67E14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1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362986-CB6D-2B42-BAD4-94335567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A856-1AEE-48A9-93DA-889F2B78DC34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D3C3DD-6DEF-DEB6-0E0B-81B6A188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800F3-3CF1-2019-C56F-BC9A9572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76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71856-A2D7-6B83-F974-373A2370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857C4-62AB-ACC5-0B53-54D401431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EE10B4-0C63-A4FA-3015-61B061486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E57261-C334-9716-1209-E30DD55CB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0C07E-BE64-4AAF-956B-716CE8C12037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5B3EEF-5043-6D1C-D6D1-00CCC46E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06A961-5E3E-8354-CB05-8CE3BCF5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44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513C-8C77-B074-5E3E-39E1C3612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F39B09-7468-A077-48A6-85055F7C7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326A44-518C-75A1-0A0D-2CB1F86D1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E72A85-870D-9D1F-C296-DD6094A3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2A294-4192-4E06-BD5A-8B602F5EC460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E94092-6B6B-066A-8115-A82777DF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E42022-FD84-EF2F-5A2D-56FC2E03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02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2929-E97E-86ED-D6DF-3200B7FC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44F8B6-D17A-86B4-4551-F53575ED0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E6F4E2-9DA5-651C-20B0-0D0155BE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7F15D-48D2-4C80-9EB9-E54049A99FC2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6C2D9-5886-D090-CA64-2BD6AE77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ADFB58-C546-13A1-047A-CE53F9DE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09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45820B-9EC3-B0F2-695C-B1E02130F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78BB40-189B-7DC9-1B30-A03B24C18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86F545-EC0D-E91F-DDC8-CBF13210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B6BC-1FAB-488D-A288-0DC545B1076B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343E86-5E44-C074-A06E-F801FC84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EA8D12-90CA-BE4D-8C3B-7E3BA289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450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52003-0579-8C8D-ACBB-DB0208CE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B31E1F-007C-CE05-1C77-42BF6618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F2D0C-A705-4DC7-A27B-80953584713E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C80BA1-A950-71D9-5FB5-F9722A75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366B84-4613-D3C2-7751-DA714F53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62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CC920B-2B2A-A845-ADDA-B4688DC55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28C054-E58B-D848-0A48-E8263ECD3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5CBB8E-9AD5-F56F-B878-80EDB753D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F2D0C-A705-4DC7-A27B-80953584713E}" type="datetime1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0AC0B-91C6-22F8-21AD-2F1571F12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09E3AF-2134-CD0B-1928-DFB4CC48C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ED86-EEB6-481E-99AB-E29B69D2EF9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CD3A746-ED7F-938F-06A5-3D3267DCC3D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064" y="6691368"/>
            <a:ext cx="883936" cy="16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84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75DA34-1E69-6EA9-A48B-F6FC06AFDE4A}"/>
              </a:ext>
            </a:extLst>
          </p:cNvPr>
          <p:cNvSpPr txBox="1"/>
          <p:nvPr/>
        </p:nvSpPr>
        <p:spPr>
          <a:xfrm>
            <a:off x="8734096" y="764628"/>
            <a:ext cx="3302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/>
              <a:t>사업공고 </a:t>
            </a:r>
            <a:r>
              <a:rPr lang="en-US" altLang="ko-KR" sz="1400" dirty="0"/>
              <a:t>&gt; </a:t>
            </a:r>
            <a:r>
              <a:rPr lang="ko-KR" altLang="en-US" sz="1400" dirty="0"/>
              <a:t>신청기록 </a:t>
            </a:r>
            <a:r>
              <a:rPr lang="en-US" altLang="ko-KR" sz="1400" dirty="0"/>
              <a:t>&gt; </a:t>
            </a:r>
            <a:r>
              <a:rPr lang="ko-KR" altLang="en-US" sz="1400" dirty="0"/>
              <a:t>자료제출</a:t>
            </a:r>
            <a:r>
              <a:rPr lang="en-US" altLang="ko-KR" sz="1400" dirty="0"/>
              <a:t> </a:t>
            </a:r>
            <a:r>
              <a:rPr lang="ko-KR" altLang="en-US" sz="1400" dirty="0"/>
              <a:t>첨부 용량 </a:t>
            </a:r>
            <a:r>
              <a:rPr lang="en-US" altLang="ko-KR" sz="1400" dirty="0"/>
              <a:t>20MB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미구현</a:t>
            </a:r>
            <a:endParaRPr lang="ko-KR" altLang="en-US" sz="1400" dirty="0"/>
          </a:p>
        </p:txBody>
      </p:sp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E7F7FF-A815-A50C-CC63-5BE741209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905" y="486239"/>
            <a:ext cx="4952236" cy="554046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DA64B09-14CF-4028-8380-606C6F852186}"/>
              </a:ext>
            </a:extLst>
          </p:cNvPr>
          <p:cNvSpPr/>
          <p:nvPr/>
        </p:nvSpPr>
        <p:spPr>
          <a:xfrm>
            <a:off x="4914876" y="4886037"/>
            <a:ext cx="1726070" cy="2863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82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8C8D9-1FF9-D406-EE3D-DA849468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633ED9-4900-3139-90C6-5C4F1B322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333375"/>
            <a:ext cx="5256212" cy="5545500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D0433E-3DFF-7F22-48AE-0E95367E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1096D-369F-873F-35C7-88FD579C11DD}"/>
              </a:ext>
            </a:extLst>
          </p:cNvPr>
          <p:cNvSpPr txBox="1"/>
          <p:nvPr/>
        </p:nvSpPr>
        <p:spPr>
          <a:xfrm>
            <a:off x="8690776" y="764628"/>
            <a:ext cx="34429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/>
              <a:t>홈 </a:t>
            </a:r>
            <a:r>
              <a:rPr lang="en-US" altLang="ko-KR" sz="1400" dirty="0"/>
              <a:t>&gt; </a:t>
            </a:r>
            <a:r>
              <a:rPr lang="ko-KR" altLang="en-US" sz="1400" dirty="0"/>
              <a:t>원스톱지원</a:t>
            </a:r>
            <a:r>
              <a:rPr lang="en-US" altLang="ko-KR" sz="1400" dirty="0"/>
              <a:t>&gt;1:1 </a:t>
            </a:r>
            <a:r>
              <a:rPr lang="ko-KR" altLang="en-US" sz="1400" dirty="0"/>
              <a:t>문의</a:t>
            </a:r>
            <a:br>
              <a:rPr lang="en-US" altLang="ko-KR" sz="1400" dirty="0"/>
            </a:br>
            <a:r>
              <a:rPr lang="en-US" altLang="ko-KR" sz="1400" dirty="0"/>
              <a:t> </a:t>
            </a:r>
            <a:r>
              <a:rPr lang="ko-KR" altLang="en-US" sz="1400" dirty="0"/>
              <a:t>첨부파일 업로드후 이름 다름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2. </a:t>
            </a:r>
            <a:r>
              <a:rPr lang="ko-KR" altLang="en-US" sz="1400" dirty="0"/>
              <a:t>파일 최대사이즈 표기 문제</a:t>
            </a:r>
          </a:p>
        </p:txBody>
      </p:sp>
      <p:sp>
        <p:nvSpPr>
          <p:cNvPr id="7" name="십각형 6">
            <a:extLst>
              <a:ext uri="{FF2B5EF4-FFF2-40B4-BE49-F238E27FC236}">
                <a16:creationId xmlns:a16="http://schemas.microsoft.com/office/drawing/2014/main" id="{945379FA-3985-2DA4-BE98-122804DA0007}"/>
              </a:ext>
            </a:extLst>
          </p:cNvPr>
          <p:cNvSpPr/>
          <p:nvPr/>
        </p:nvSpPr>
        <p:spPr>
          <a:xfrm>
            <a:off x="1542553" y="4532243"/>
            <a:ext cx="226423" cy="206734"/>
          </a:xfrm>
          <a:prstGeom prst="decag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6" name="십각형 15">
            <a:extLst>
              <a:ext uri="{FF2B5EF4-FFF2-40B4-BE49-F238E27FC236}">
                <a16:creationId xmlns:a16="http://schemas.microsoft.com/office/drawing/2014/main" id="{2A469515-01F6-BA86-D972-6677E0013EB9}"/>
              </a:ext>
            </a:extLst>
          </p:cNvPr>
          <p:cNvSpPr/>
          <p:nvPr/>
        </p:nvSpPr>
        <p:spPr>
          <a:xfrm>
            <a:off x="2800184" y="4923182"/>
            <a:ext cx="226423" cy="206734"/>
          </a:xfrm>
          <a:prstGeom prst="decag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5444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B28853-57A9-6BD0-AB78-7DF3C3E32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" y="545952"/>
            <a:ext cx="12065620" cy="576609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18F5360-7480-1E1F-A3A3-CCDB76AFC643}"/>
              </a:ext>
            </a:extLst>
          </p:cNvPr>
          <p:cNvSpPr/>
          <p:nvPr/>
        </p:nvSpPr>
        <p:spPr>
          <a:xfrm>
            <a:off x="8766115" y="1943851"/>
            <a:ext cx="3222685" cy="1381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1A730-7C14-AD90-130C-BEF8D79A464E}"/>
              </a:ext>
            </a:extLst>
          </p:cNvPr>
          <p:cNvSpPr txBox="1"/>
          <p:nvPr/>
        </p:nvSpPr>
        <p:spPr>
          <a:xfrm>
            <a:off x="9241481" y="3429000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이미지 사이즈세로형 변경</a:t>
            </a:r>
          </a:p>
        </p:txBody>
      </p:sp>
    </p:spTree>
    <p:extLst>
      <p:ext uri="{BB962C8B-B14F-4D97-AF65-F5344CB8AC3E}">
        <p14:creationId xmlns:p14="http://schemas.microsoft.com/office/powerpoint/2010/main" val="141297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5A5F26-5FC0-2250-8A74-75C8CA65C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91" y="199901"/>
            <a:ext cx="11849709" cy="480084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7E50D26-821C-3D72-751A-9351F9887355}"/>
              </a:ext>
            </a:extLst>
          </p:cNvPr>
          <p:cNvSpPr/>
          <p:nvPr/>
        </p:nvSpPr>
        <p:spPr>
          <a:xfrm>
            <a:off x="2089378" y="3429000"/>
            <a:ext cx="8426221" cy="169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AE4CE2-66EE-5CBC-20E6-E0B15C6F5FD2}"/>
              </a:ext>
            </a:extLst>
          </p:cNvPr>
          <p:cNvSpPr txBox="1"/>
          <p:nvPr/>
        </p:nvSpPr>
        <p:spPr>
          <a:xfrm>
            <a:off x="4839277" y="5122000"/>
            <a:ext cx="4530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사업공고 </a:t>
            </a:r>
            <a:r>
              <a:rPr lang="en-US" altLang="ko-KR" dirty="0"/>
              <a:t>&gt; </a:t>
            </a:r>
            <a:r>
              <a:rPr lang="ko-KR" altLang="en-US" dirty="0"/>
              <a:t>자세히 보기 시 띄어쓰기 안됨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66738D-4DB0-6B5D-C98D-DDDB06091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75" y="5400970"/>
            <a:ext cx="3822896" cy="4572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110D7B-2F01-E3E3-068B-3D5E9DEC2538}"/>
              </a:ext>
            </a:extLst>
          </p:cNvPr>
          <p:cNvSpPr txBox="1"/>
          <p:nvPr/>
        </p:nvSpPr>
        <p:spPr>
          <a:xfrm>
            <a:off x="2099927" y="6011768"/>
            <a:ext cx="2414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명칭 변경</a:t>
            </a:r>
            <a:endParaRPr lang="en-US" altLang="ko-KR" dirty="0"/>
          </a:p>
          <a:p>
            <a:r>
              <a:rPr lang="ko-KR" altLang="en-US" dirty="0"/>
              <a:t>경영성과 →</a:t>
            </a:r>
            <a:r>
              <a:rPr lang="en-US" altLang="ko-KR" dirty="0"/>
              <a:t> </a:t>
            </a:r>
            <a:r>
              <a:rPr lang="ko-KR" altLang="en-US" dirty="0"/>
              <a:t>성과조회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2829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C29ECF-10EF-869C-DD7B-CD010612C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42" y="355533"/>
            <a:ext cx="3219615" cy="2603634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276D29-DD0F-0E58-0399-74F4E3F44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857" y="355533"/>
            <a:ext cx="2889398" cy="933498"/>
          </a:xfrm>
          <a:prstGeom prst="rect">
            <a:avLst/>
          </a:prstGeom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E5987D-0313-4793-C603-CAB40510ED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577" y="1746255"/>
            <a:ext cx="2632780" cy="133032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93C30B-1D91-A392-5AF0-A9E763EFC18B}"/>
              </a:ext>
            </a:extLst>
          </p:cNvPr>
          <p:cNvSpPr/>
          <p:nvPr/>
        </p:nvSpPr>
        <p:spPr>
          <a:xfrm>
            <a:off x="3695577" y="1694608"/>
            <a:ext cx="2727678" cy="14581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7AE0FC-FFE3-9234-CDD0-B1A5CF231ED4}"/>
              </a:ext>
            </a:extLst>
          </p:cNvPr>
          <p:cNvSpPr txBox="1"/>
          <p:nvPr/>
        </p:nvSpPr>
        <p:spPr>
          <a:xfrm>
            <a:off x="1343443" y="3235186"/>
            <a:ext cx="5835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지원사업 보완요청 및 추가자료 제출시 알림 수정 필요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사용자</a:t>
            </a:r>
            <a:r>
              <a:rPr lang="en-US" altLang="ko-KR" dirty="0"/>
              <a:t>, </a:t>
            </a:r>
            <a:r>
              <a:rPr lang="ko-KR" altLang="en-US" dirty="0"/>
              <a:t>관리자 모두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48CF63-AD84-2687-253E-E0B3B9260262}"/>
              </a:ext>
            </a:extLst>
          </p:cNvPr>
          <p:cNvSpPr txBox="1"/>
          <p:nvPr/>
        </p:nvSpPr>
        <p:spPr>
          <a:xfrm>
            <a:off x="1417324" y="4343382"/>
            <a:ext cx="7122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제출한 추가 자료는 관리자 페이지에서 볼 수 있는지</a:t>
            </a:r>
            <a:r>
              <a:rPr lang="en-US" altLang="ko-KR" dirty="0"/>
              <a:t> </a:t>
            </a:r>
            <a:r>
              <a:rPr lang="ko-KR" altLang="en-US" dirty="0" err="1"/>
              <a:t>문의드립니다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7" name="그림 1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E74DF8-D55C-B3F8-D371-7452DD289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854" y="154887"/>
            <a:ext cx="4261069" cy="33656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CC97AE3-1093-8487-EE38-05A3B8D1E596}"/>
              </a:ext>
            </a:extLst>
          </p:cNvPr>
          <p:cNvSpPr txBox="1"/>
          <p:nvPr/>
        </p:nvSpPr>
        <p:spPr>
          <a:xfrm>
            <a:off x="8134350" y="3665579"/>
            <a:ext cx="3825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보완 요청 후 추가로 보완요청 안됨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D40805-FD7F-B425-CC69-AEAAD0D3BBBC}"/>
              </a:ext>
            </a:extLst>
          </p:cNvPr>
          <p:cNvSpPr/>
          <p:nvPr/>
        </p:nvSpPr>
        <p:spPr>
          <a:xfrm>
            <a:off x="10039349" y="2409825"/>
            <a:ext cx="1079167" cy="4344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369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2435</TotalTime>
  <Words>80</Words>
  <Application>Microsoft Office PowerPoint</Application>
  <PresentationFormat>와이드스크린</PresentationFormat>
  <Paragraphs>12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현수 정</dc:creator>
  <cp:lastModifiedBy>김 민준</cp:lastModifiedBy>
  <cp:revision>14</cp:revision>
  <cp:lastPrinted>2026-01-30T04:58:02Z</cp:lastPrinted>
  <dcterms:created xsi:type="dcterms:W3CDTF">2026-01-28T09:27:59Z</dcterms:created>
  <dcterms:modified xsi:type="dcterms:W3CDTF">2026-02-24T10:02:36Z</dcterms:modified>
</cp:coreProperties>
</file>