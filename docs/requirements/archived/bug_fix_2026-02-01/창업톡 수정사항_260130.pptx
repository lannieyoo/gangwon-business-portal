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88163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5428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63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556" y="288"/>
      </p:cViewPr>
      <p:guideLst>
        <p:guide orient="horz" pos="2160"/>
        <p:guide pos="3840"/>
        <p:guide pos="529"/>
        <p:guide pos="5428"/>
        <p:guide orient="horz" pos="210"/>
        <p:guide orient="horz" pos="3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309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5908E098-F956-472E-8394-2CE3A27453E9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4B6F90EA-C270-4512-8C79-0B8DDBED02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2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6F90EA-C270-4512-8C79-0B8DDBED02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65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6DAAC-FE49-A3F0-A4DE-540E7F602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038FC6-A520-3C2F-66D5-AEB98712C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45D55A-1DD1-8F0B-4678-3FDF57A2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AE9A-6A51-4633-BFEC-A9EF105240E3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AE0C2C-2A80-846D-4A3D-79ACB5FE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03B00-AAB2-FCFD-753D-951CD8C9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09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E70C5-D603-C5E6-6CA4-875D104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3A284-C191-0F7C-0E5B-E4FB81AFF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96974-D5B8-DEBD-CF06-A4A3B0D2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0336-B68A-4288-A639-A006E80E8429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2C9DFF-FC91-F92A-2C62-D71202AC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58F16D-4F8C-87D7-C1C3-EEA0E593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71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6E193-8906-85EF-5F07-CCBF68A1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4573EC-3C6B-38E5-7A3D-ABC2F686E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A4C80-94A7-3399-8E9C-9D863A99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EB02F-6783-456C-9C66-CBBF4AF6D9B8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4D2F49-B73B-CE89-DF43-BBB8EEB3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EED18-9F15-BB41-D4E2-F362D240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16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97D3F-5799-6D3D-B92B-26707209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8A3A0F-F946-436B-4E09-BF750026B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F162F-02A8-0F88-C0EE-6BF4BC6C6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F8460A-104B-3F2E-46E7-FC9D3142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A9E5-2310-4EB6-B010-EA3ACAD47BA6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02C40F-8A00-0C6E-FC7B-1D3C8B12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BB0F43-66E4-7AED-4239-464DAD1F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06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3F173-52BB-497F-27F6-1D0F1DA2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61C241-8CC9-220D-1652-68392354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415FF6-21E8-01B8-3FEF-5994A8261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932BF0-7EEE-6196-90A2-D6AAB36E3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85F472-E2CD-523B-BA09-DB1D3D6B8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EA9B45-A257-1688-BD28-6BB76870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720D-D5E3-4536-A2FE-48ECA0BB24D3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853103-42A9-5EA4-D23B-77507C51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3743DD-6D3B-D37B-AAEB-00275216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94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65FFE-127B-CF42-0714-57BA79A0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F0A301-5C26-D07E-AE9F-3BF07A97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3728-9FA7-4657-B8AC-BF009A79F977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597A3B-494D-5649-1D45-30993A14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22DE29-953A-365E-AC25-EBB67E14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1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362986-CB6D-2B42-BAD4-94335567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A856-1AEE-48A9-93DA-889F2B78DC34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D3C3DD-6DEF-DEB6-0E0B-81B6A188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800F3-3CF1-2019-C56F-BC9A9572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76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71856-A2D7-6B83-F974-373A2370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857C4-62AB-ACC5-0B53-54D401431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EE10B4-0C63-A4FA-3015-61B061486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E57261-C334-9716-1209-E30DD55CB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0C07E-BE64-4AAF-956B-716CE8C12037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5B3EEF-5043-6D1C-D6D1-00CCC46E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06A961-5E3E-8354-CB05-8CE3BCF5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44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513C-8C77-B074-5E3E-39E1C361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39B09-7468-A077-48A6-85055F7C7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326A44-518C-75A1-0A0D-2CB1F86D1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72A85-870D-9D1F-C296-DD6094A3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A294-4192-4E06-BD5A-8B602F5EC460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E94092-6B6B-066A-8115-A82777DF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E42022-FD84-EF2F-5A2D-56FC2E03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02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2929-E97E-86ED-D6DF-3200B7FC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4F8B6-D17A-86B4-4551-F53575ED0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E6F4E2-9DA5-651C-20B0-0D0155BE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7F15D-48D2-4C80-9EB9-E54049A99FC2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6C2D9-5886-D090-CA64-2BD6AE77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ADFB58-C546-13A1-047A-CE53F9DE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0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45820B-9EC3-B0F2-695C-B1E02130F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78BB40-189B-7DC9-1B30-A03B24C18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86F545-EC0D-E91F-DDC8-CBF13210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B6BC-1FAB-488D-A288-0DC545B1076B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43E86-5E44-C074-A06E-F801FC84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EA8D12-90CA-BE4D-8C3B-7E3BA289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450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52003-0579-8C8D-ACBB-DB0208CE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B31E1F-007C-CE05-1C77-42BF6618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2D0C-A705-4DC7-A27B-80953584713E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C80BA1-A950-71D9-5FB5-F9722A75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366B84-4613-D3C2-7751-DA714F53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2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CC920B-2B2A-A845-ADDA-B4688DC55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8C054-E58B-D848-0A48-E8263ECD3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CBB8E-9AD5-F56F-B878-80EDB753D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F2D0C-A705-4DC7-A27B-80953584713E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0AC0B-91C6-22F8-21AD-2F1571F12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09E3AF-2134-CD0B-1928-DFB4CC48C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CD3A746-ED7F-938F-06A5-3D3267DCC3D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064" y="6691368"/>
            <a:ext cx="883936" cy="16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8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E396F0-BC5A-0D96-B2E8-B7B82A9BA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55" y="370379"/>
            <a:ext cx="7758799" cy="55732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1CBAC4-1D3E-D620-7A7D-9D365CBB7AB2}"/>
              </a:ext>
            </a:extLst>
          </p:cNvPr>
          <p:cNvSpPr txBox="1"/>
          <p:nvPr/>
        </p:nvSpPr>
        <p:spPr>
          <a:xfrm>
            <a:off x="6620023" y="1507194"/>
            <a:ext cx="1471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C000"/>
                </a:solidFill>
              </a:rPr>
              <a:t>텍스트 삭제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877FC2-D74F-8056-D429-1AC8D43AAFB6}"/>
              </a:ext>
            </a:extLst>
          </p:cNvPr>
          <p:cNvSpPr/>
          <p:nvPr/>
        </p:nvSpPr>
        <p:spPr>
          <a:xfrm>
            <a:off x="8905280" y="3512931"/>
            <a:ext cx="1975468" cy="451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사업공고로 변경</a:t>
            </a:r>
            <a:endParaRPr lang="ko-KR" altLang="en-US" dirty="0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788BB0DD-1771-DAC8-3CB8-6C73E93E82C8}"/>
              </a:ext>
            </a:extLst>
          </p:cNvPr>
          <p:cNvCxnSpPr/>
          <p:nvPr/>
        </p:nvCxnSpPr>
        <p:spPr>
          <a:xfrm>
            <a:off x="5848478" y="2970266"/>
            <a:ext cx="2976403" cy="754840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D6C825AB-01C9-A1B4-DB20-7237175EF170}"/>
              </a:ext>
            </a:extLst>
          </p:cNvPr>
          <p:cNvCxnSpPr>
            <a:cxnSpLocks/>
          </p:cNvCxnSpPr>
          <p:nvPr/>
        </p:nvCxnSpPr>
        <p:spPr>
          <a:xfrm>
            <a:off x="2743200" y="3429000"/>
            <a:ext cx="6081681" cy="480213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35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A09006-0AF2-52C3-E72E-FD3C49D31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94" y="362607"/>
            <a:ext cx="7728013" cy="51346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9BA413-96B8-A5E9-F3EB-3A26BE11D4F4}"/>
              </a:ext>
            </a:extLst>
          </p:cNvPr>
          <p:cNvSpPr txBox="1"/>
          <p:nvPr/>
        </p:nvSpPr>
        <p:spPr>
          <a:xfrm>
            <a:off x="6755035" y="1687958"/>
            <a:ext cx="1471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C000"/>
                </a:solidFill>
              </a:rPr>
              <a:t>텍스트 삭제</a:t>
            </a:r>
          </a:p>
        </p:txBody>
      </p:sp>
    </p:spTree>
    <p:extLst>
      <p:ext uri="{BB962C8B-B14F-4D97-AF65-F5344CB8AC3E}">
        <p14:creationId xmlns:p14="http://schemas.microsoft.com/office/powerpoint/2010/main" val="358225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8FDCFE-0FA3-41A6-AFA9-4C8FAAEA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70" y="370490"/>
            <a:ext cx="7742071" cy="53757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AB6F7-CEC6-B946-9061-2F9CD973F605}"/>
              </a:ext>
            </a:extLst>
          </p:cNvPr>
          <p:cNvSpPr txBox="1"/>
          <p:nvPr/>
        </p:nvSpPr>
        <p:spPr>
          <a:xfrm>
            <a:off x="6939142" y="1611521"/>
            <a:ext cx="1471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C000"/>
                </a:solidFill>
              </a:rPr>
              <a:t>텍스트</a:t>
            </a:r>
            <a:r>
              <a:rPr lang="ko-KR" altLang="en-US" dirty="0">
                <a:solidFill>
                  <a:srgbClr val="FFC000"/>
                </a:solidFill>
              </a:rPr>
              <a:t> </a:t>
            </a:r>
            <a:r>
              <a:rPr lang="ko-KR" altLang="en-US" b="1" dirty="0">
                <a:solidFill>
                  <a:srgbClr val="FFC000"/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276533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F3F6-6340-6B22-6291-6270397C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그린, 식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6D4CE0-077E-DDD5-3EAB-0DED86A1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21" y="403397"/>
            <a:ext cx="7720696" cy="14017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766DD6-6730-D2FD-767C-1F4EB1843E79}"/>
              </a:ext>
            </a:extLst>
          </p:cNvPr>
          <p:cNvSpPr txBox="1"/>
          <p:nvPr/>
        </p:nvSpPr>
        <p:spPr>
          <a:xfrm>
            <a:off x="8734096" y="764628"/>
            <a:ext cx="33028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상단 알림</a:t>
            </a:r>
            <a:br>
              <a:rPr lang="en-US" altLang="ko-KR" dirty="0"/>
            </a:br>
            <a:r>
              <a:rPr lang="ko-KR" altLang="en-US" dirty="0"/>
              <a:t>해당 아이콘을 </a:t>
            </a:r>
            <a:r>
              <a:rPr lang="ko-KR" altLang="en-US" dirty="0" err="1"/>
              <a:t>클릭해야지만</a:t>
            </a:r>
            <a:r>
              <a:rPr lang="ko-KR" altLang="en-US" dirty="0"/>
              <a:t> 알림 </a:t>
            </a:r>
            <a:r>
              <a:rPr lang="ko-KR" altLang="en-US" dirty="0" err="1"/>
              <a:t>갯수</a:t>
            </a:r>
            <a:r>
              <a:rPr lang="ko-KR" altLang="en-US" dirty="0"/>
              <a:t> 노출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알림갯수</a:t>
            </a:r>
            <a:r>
              <a:rPr lang="ko-KR" altLang="en-US" dirty="0"/>
              <a:t> 디자인을</a:t>
            </a:r>
            <a:endParaRPr lang="en-US" altLang="ko-KR" dirty="0"/>
          </a:p>
          <a:p>
            <a:r>
              <a:rPr lang="ko-KR" altLang="en-US" dirty="0"/>
              <a:t>숫자만 </a:t>
            </a:r>
            <a:r>
              <a:rPr lang="ko-KR" altLang="en-US" dirty="0" err="1"/>
              <a:t>나오는게</a:t>
            </a:r>
            <a:r>
              <a:rPr lang="ko-KR" altLang="en-US" dirty="0"/>
              <a:t> 아닌 </a:t>
            </a:r>
            <a:endParaRPr lang="en-US" altLang="ko-KR" dirty="0"/>
          </a:p>
          <a:p>
            <a:r>
              <a:rPr lang="ko-KR" altLang="en-US" dirty="0"/>
              <a:t>배경색 들어간 형태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6" name="그림 5" descr="텍스트, 스크린샷, 그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D2BEF9-A6DF-356C-3422-9C6A355AC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851" y="2721522"/>
            <a:ext cx="5476875" cy="2171700"/>
          </a:xfrm>
          <a:prstGeom prst="rect">
            <a:avLst/>
          </a:prstGeom>
        </p:spPr>
      </p:pic>
      <p:pic>
        <p:nvPicPr>
          <p:cNvPr id="8" name="그림 7" descr="클립아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F2CEBD-5BB1-95E2-AB9F-91D6DDBA2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292" y="2180236"/>
            <a:ext cx="476867" cy="530774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5946D11-33D8-50CF-8F0C-E0E5186DA4AA}"/>
              </a:ext>
            </a:extLst>
          </p:cNvPr>
          <p:cNvCxnSpPr/>
          <p:nvPr/>
        </p:nvCxnSpPr>
        <p:spPr>
          <a:xfrm flipV="1">
            <a:off x="6810703" y="2443655"/>
            <a:ext cx="409904" cy="1813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52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2913-90B9-D575-71DA-D0BCE0C21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2CD6ED-4DD5-88A8-833D-6187E595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18" y="354724"/>
            <a:ext cx="3402310" cy="3752193"/>
          </a:xfrm>
          <a:prstGeom prst="rect">
            <a:avLst/>
          </a:prstGeom>
        </p:spPr>
      </p:pic>
      <p:pic>
        <p:nvPicPr>
          <p:cNvPr id="5" name="그림 4" descr="텍스트, 스크린샷, 그린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C26743-BA78-89EA-CEB5-7DEB55659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275" y="354724"/>
            <a:ext cx="3760048" cy="342900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00A0C78-214C-2268-1D56-830C9667BC6A}"/>
              </a:ext>
            </a:extLst>
          </p:cNvPr>
          <p:cNvCxnSpPr/>
          <p:nvPr/>
        </p:nvCxnSpPr>
        <p:spPr>
          <a:xfrm flipV="1">
            <a:off x="3192517" y="2065283"/>
            <a:ext cx="4225159" cy="5912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3D500C-C578-B2F4-3738-4AACBA73062F}"/>
              </a:ext>
            </a:extLst>
          </p:cNvPr>
          <p:cNvSpPr txBox="1"/>
          <p:nvPr/>
        </p:nvSpPr>
        <p:spPr>
          <a:xfrm>
            <a:off x="8734096" y="764628"/>
            <a:ext cx="3302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사업공고</a:t>
            </a:r>
            <a:br>
              <a:rPr lang="en-US" altLang="ko-KR" dirty="0"/>
            </a:br>
            <a:r>
              <a:rPr lang="ko-KR" altLang="en-US" dirty="0"/>
              <a:t>해당 게시물 </a:t>
            </a:r>
            <a:r>
              <a:rPr lang="ko-KR" altLang="en-US" dirty="0" err="1"/>
              <a:t>클릭시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사업공고 페이지 </a:t>
            </a:r>
            <a:r>
              <a:rPr lang="en-US" altLang="ko-KR" dirty="0"/>
              <a:t>&gt; </a:t>
            </a:r>
            <a:r>
              <a:rPr lang="ko-KR" altLang="en-US" dirty="0"/>
              <a:t>메뉴 선택</a:t>
            </a:r>
            <a:br>
              <a:rPr lang="en-US" altLang="ko-KR" dirty="0"/>
            </a:br>
            <a:r>
              <a:rPr lang="ko-KR" altLang="en-US" dirty="0"/>
              <a:t>안되어 있음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48495E-2D55-F9EA-9BD3-C0591ACEB824}"/>
              </a:ext>
            </a:extLst>
          </p:cNvPr>
          <p:cNvSpPr/>
          <p:nvPr/>
        </p:nvSpPr>
        <p:spPr>
          <a:xfrm>
            <a:off x="7652731" y="2123372"/>
            <a:ext cx="251613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1FD1A2EA-88C4-95C3-ED02-A20DE27A0E4F}"/>
              </a:ext>
            </a:extLst>
          </p:cNvPr>
          <p:cNvCxnSpPr>
            <a:stCxn id="2" idx="2"/>
          </p:cNvCxnSpPr>
          <p:nvPr/>
        </p:nvCxnSpPr>
        <p:spPr>
          <a:xfrm rot="16200000" flipH="1">
            <a:off x="8287748" y="1659881"/>
            <a:ext cx="347043" cy="13654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169ACF-3167-17C5-EA52-0841A9B4EBAE}"/>
              </a:ext>
            </a:extLst>
          </p:cNvPr>
          <p:cNvSpPr txBox="1"/>
          <p:nvPr/>
        </p:nvSpPr>
        <p:spPr>
          <a:xfrm>
            <a:off x="9269808" y="2331468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표시 추가 필요</a:t>
            </a:r>
          </a:p>
        </p:txBody>
      </p:sp>
    </p:spTree>
    <p:extLst>
      <p:ext uri="{BB962C8B-B14F-4D97-AF65-F5344CB8AC3E}">
        <p14:creationId xmlns:p14="http://schemas.microsoft.com/office/powerpoint/2010/main" val="187612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ECD1C-CA85-F0D7-034E-2F1E1473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그린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C093E6-9B0C-988D-4423-0951C83A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84" y="370490"/>
            <a:ext cx="4995720" cy="5029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8B4570-73AC-2C06-921F-6184F878C9F5}"/>
              </a:ext>
            </a:extLst>
          </p:cNvPr>
          <p:cNvSpPr txBox="1"/>
          <p:nvPr/>
        </p:nvSpPr>
        <p:spPr>
          <a:xfrm>
            <a:off x="8734096" y="764628"/>
            <a:ext cx="3302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사업공고</a:t>
            </a:r>
            <a:br>
              <a:rPr lang="en-US" altLang="ko-KR" dirty="0"/>
            </a:br>
            <a:r>
              <a:rPr lang="ko-KR" altLang="en-US" dirty="0"/>
              <a:t>해당 게시물 </a:t>
            </a:r>
            <a:r>
              <a:rPr lang="ko-KR" altLang="en-US" dirty="0" err="1"/>
              <a:t>클릭시</a:t>
            </a:r>
            <a:r>
              <a:rPr lang="en-US" altLang="ko-KR" dirty="0"/>
              <a:t>(</a:t>
            </a:r>
            <a:r>
              <a:rPr lang="ko-KR" altLang="en-US" dirty="0"/>
              <a:t>상세보기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사업공고 페이지 </a:t>
            </a:r>
            <a:r>
              <a:rPr lang="en-US" altLang="ko-KR" dirty="0"/>
              <a:t>&gt; </a:t>
            </a:r>
            <a:r>
              <a:rPr lang="ko-KR" altLang="en-US" dirty="0"/>
              <a:t>메뉴 선택</a:t>
            </a:r>
            <a:br>
              <a:rPr lang="en-US" altLang="ko-KR" dirty="0"/>
            </a:br>
            <a:r>
              <a:rPr lang="ko-KR" altLang="en-US" dirty="0"/>
              <a:t>안되어 있음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F42BED-BD30-9E53-B576-DFDA1DA824C8}"/>
              </a:ext>
            </a:extLst>
          </p:cNvPr>
          <p:cNvSpPr/>
          <p:nvPr/>
        </p:nvSpPr>
        <p:spPr>
          <a:xfrm>
            <a:off x="4504493" y="2417945"/>
            <a:ext cx="251613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DDA1A7E4-A5B1-35AD-71A6-0BB5930F712F}"/>
              </a:ext>
            </a:extLst>
          </p:cNvPr>
          <p:cNvCxnSpPr>
            <a:stCxn id="2" idx="2"/>
          </p:cNvCxnSpPr>
          <p:nvPr/>
        </p:nvCxnSpPr>
        <p:spPr>
          <a:xfrm rot="16200000" flipH="1">
            <a:off x="5139510" y="1954454"/>
            <a:ext cx="347043" cy="13654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911B45-8538-231B-5221-B72550536CAC}"/>
              </a:ext>
            </a:extLst>
          </p:cNvPr>
          <p:cNvSpPr txBox="1"/>
          <p:nvPr/>
        </p:nvSpPr>
        <p:spPr>
          <a:xfrm>
            <a:off x="6121570" y="262604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표시 추가 필요</a:t>
            </a:r>
          </a:p>
        </p:txBody>
      </p:sp>
    </p:spTree>
    <p:extLst>
      <p:ext uri="{BB962C8B-B14F-4D97-AF65-F5344CB8AC3E}">
        <p14:creationId xmlns:p14="http://schemas.microsoft.com/office/powerpoint/2010/main" val="1766423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9B24-433C-49F1-6F52-56F2FF52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1F61CA-DCF2-3576-A1B5-2774D6DF1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4" y="378372"/>
            <a:ext cx="7207985" cy="5343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5D093B-DA41-B288-B3C0-21EFF222422F}"/>
              </a:ext>
            </a:extLst>
          </p:cNvPr>
          <p:cNvSpPr txBox="1"/>
          <p:nvPr/>
        </p:nvSpPr>
        <p:spPr>
          <a:xfrm>
            <a:off x="8734096" y="764628"/>
            <a:ext cx="330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사업공고</a:t>
            </a:r>
            <a:r>
              <a:rPr lang="en-US" altLang="ko-KR" dirty="0"/>
              <a:t> </a:t>
            </a:r>
            <a:r>
              <a:rPr lang="ko-KR" altLang="en-US" dirty="0"/>
              <a:t>첨부 용량을 </a:t>
            </a:r>
            <a:r>
              <a:rPr lang="en-US" altLang="ko-KR" dirty="0"/>
              <a:t>20MB</a:t>
            </a:r>
            <a:r>
              <a:rPr lang="ko-KR" altLang="en-US" dirty="0"/>
              <a:t>로</a:t>
            </a:r>
          </a:p>
        </p:txBody>
      </p:sp>
    </p:spTree>
    <p:extLst>
      <p:ext uri="{BB962C8B-B14F-4D97-AF65-F5344CB8AC3E}">
        <p14:creationId xmlns:p14="http://schemas.microsoft.com/office/powerpoint/2010/main" val="193834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D423-766D-6A6C-FE8B-1A89C9A5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54B07B-6EE8-4CEC-8822-7C5A0646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22" y="323193"/>
            <a:ext cx="7912975" cy="5912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B7F112-7406-0EA9-CE27-5E544464F951}"/>
              </a:ext>
            </a:extLst>
          </p:cNvPr>
          <p:cNvSpPr txBox="1"/>
          <p:nvPr/>
        </p:nvSpPr>
        <p:spPr>
          <a:xfrm>
            <a:off x="8734096" y="764628"/>
            <a:ext cx="3302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사업공고</a:t>
            </a:r>
            <a:br>
              <a:rPr lang="en-US" altLang="ko-KR" dirty="0"/>
            </a:br>
            <a:r>
              <a:rPr lang="ko-KR" altLang="en-US" dirty="0"/>
              <a:t>용량체크는 작동</a:t>
            </a:r>
            <a:r>
              <a:rPr lang="en-US" altLang="ko-KR" dirty="0"/>
              <a:t>&gt;</a:t>
            </a:r>
            <a:r>
              <a:rPr lang="ko-KR" altLang="en-US" dirty="0"/>
              <a:t>첨부 안됨</a:t>
            </a:r>
          </a:p>
        </p:txBody>
      </p:sp>
    </p:spTree>
    <p:extLst>
      <p:ext uri="{BB962C8B-B14F-4D97-AF65-F5344CB8AC3E}">
        <p14:creationId xmlns:p14="http://schemas.microsoft.com/office/powerpoint/2010/main" val="256185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AB5C09-B0D6-D3FF-24A4-B875F4C58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842" y="2384303"/>
            <a:ext cx="5118363" cy="27814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95C88AD-3FA7-8E43-64E4-CB763922E922}"/>
              </a:ext>
            </a:extLst>
          </p:cNvPr>
          <p:cNvSpPr/>
          <p:nvPr/>
        </p:nvSpPr>
        <p:spPr>
          <a:xfrm>
            <a:off x="5458691" y="713200"/>
            <a:ext cx="4692073" cy="1182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홈 </a:t>
            </a:r>
            <a:r>
              <a:rPr lang="ko-KR" altLang="en-US" dirty="0" err="1"/>
              <a:t>새로고침시</a:t>
            </a:r>
            <a:r>
              <a:rPr lang="ko-KR" altLang="en-US" dirty="0"/>
              <a:t> 로딩 </a:t>
            </a:r>
            <a:r>
              <a:rPr lang="ko-KR" altLang="en-US" dirty="0" err="1"/>
              <a:t>버벅거림이</a:t>
            </a:r>
            <a:r>
              <a:rPr lang="ko-KR" altLang="en-US" dirty="0"/>
              <a:t> 있음</a:t>
            </a:r>
            <a:endParaRPr lang="en-US" altLang="ko-KR" dirty="0"/>
          </a:p>
          <a:p>
            <a:pPr algn="ctr"/>
            <a:r>
              <a:rPr lang="ko-KR" altLang="en-US" dirty="0"/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361465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9CD321-860D-9664-9464-0A44B0044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96" y="444554"/>
            <a:ext cx="7679641" cy="45999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A1A4C7-D45A-E9B4-44E4-AF3DF3F61345}"/>
              </a:ext>
            </a:extLst>
          </p:cNvPr>
          <p:cNvSpPr txBox="1"/>
          <p:nvPr/>
        </p:nvSpPr>
        <p:spPr>
          <a:xfrm>
            <a:off x="10398708" y="2267526"/>
            <a:ext cx="15975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반도체</a:t>
            </a:r>
            <a:endParaRPr lang="en-US" altLang="ko-KR" dirty="0"/>
          </a:p>
          <a:p>
            <a:r>
              <a:rPr lang="ko-KR" altLang="en-US" dirty="0" err="1"/>
              <a:t>바이오헬스</a:t>
            </a:r>
            <a:endParaRPr lang="en-US" altLang="ko-KR" dirty="0"/>
          </a:p>
          <a:p>
            <a:r>
              <a:rPr lang="ko-KR" altLang="en-US" dirty="0"/>
              <a:t>미래에너지</a:t>
            </a:r>
            <a:endParaRPr lang="en-US" altLang="ko-KR" dirty="0"/>
          </a:p>
          <a:p>
            <a:r>
              <a:rPr lang="ko-KR" altLang="en-US" dirty="0" err="1"/>
              <a:t>미래모빌리티</a:t>
            </a:r>
            <a:endParaRPr lang="en-US" altLang="ko-KR" dirty="0"/>
          </a:p>
          <a:p>
            <a:r>
              <a:rPr lang="ko-KR" altLang="en-US" dirty="0"/>
              <a:t>푸드테크</a:t>
            </a:r>
            <a:endParaRPr lang="en-US" altLang="ko-KR" dirty="0"/>
          </a:p>
          <a:p>
            <a:r>
              <a:rPr lang="ko-KR" altLang="en-US" dirty="0"/>
              <a:t>첨단방위</a:t>
            </a:r>
            <a:endParaRPr lang="en-US" altLang="ko-KR" dirty="0"/>
          </a:p>
          <a:p>
            <a:r>
              <a:rPr lang="ko-KR" altLang="en-US" dirty="0" err="1"/>
              <a:t>기후테크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289D4-7339-0138-A92E-8DE5B7912974}"/>
              </a:ext>
            </a:extLst>
          </p:cNvPr>
          <p:cNvSpPr txBox="1"/>
          <p:nvPr/>
        </p:nvSpPr>
        <p:spPr>
          <a:xfrm>
            <a:off x="10156636" y="4660957"/>
            <a:ext cx="16440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정보기술</a:t>
            </a:r>
            <a:r>
              <a:rPr lang="en-US" altLang="ko-KR" dirty="0"/>
              <a:t>(IT)</a:t>
            </a:r>
          </a:p>
          <a:p>
            <a:r>
              <a:rPr lang="ko-KR" altLang="en-US" dirty="0"/>
              <a:t>생명공학</a:t>
            </a:r>
            <a:r>
              <a:rPr lang="en-US" altLang="ko-KR" dirty="0"/>
              <a:t>(BT)</a:t>
            </a:r>
          </a:p>
          <a:p>
            <a:r>
              <a:rPr lang="ko-KR" altLang="en-US" dirty="0"/>
              <a:t>나노기술</a:t>
            </a:r>
            <a:r>
              <a:rPr lang="en-US" altLang="ko-KR" dirty="0"/>
              <a:t>(NT)</a:t>
            </a:r>
          </a:p>
          <a:p>
            <a:r>
              <a:rPr lang="ko-KR" altLang="en-US" dirty="0"/>
              <a:t>우주항공</a:t>
            </a:r>
            <a:r>
              <a:rPr lang="en-US" altLang="ko-KR" dirty="0"/>
              <a:t>(ST)</a:t>
            </a:r>
          </a:p>
          <a:p>
            <a:r>
              <a:rPr lang="ko-KR" altLang="en-US" dirty="0"/>
              <a:t>환경공학</a:t>
            </a:r>
            <a:r>
              <a:rPr lang="en-US" altLang="ko-KR" dirty="0"/>
              <a:t>(ET)</a:t>
            </a:r>
          </a:p>
          <a:p>
            <a:r>
              <a:rPr lang="ko-KR" altLang="en-US" dirty="0"/>
              <a:t>문화기술</a:t>
            </a:r>
            <a:r>
              <a:rPr lang="en-US" altLang="ko-KR" dirty="0"/>
              <a:t>(CT)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083728-D0D7-7764-428E-A9C002342347}"/>
              </a:ext>
            </a:extLst>
          </p:cNvPr>
          <p:cNvSpPr/>
          <p:nvPr/>
        </p:nvSpPr>
        <p:spPr>
          <a:xfrm>
            <a:off x="8552873" y="1360240"/>
            <a:ext cx="3075910" cy="637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 </a:t>
            </a:r>
            <a:r>
              <a:rPr lang="ko-KR" altLang="en-US" dirty="0" err="1"/>
              <a:t>셀렉트</a:t>
            </a:r>
            <a:r>
              <a:rPr lang="ko-KR" altLang="en-US" dirty="0"/>
              <a:t> 박스 </a:t>
            </a:r>
            <a:r>
              <a:rPr lang="en-CA" altLang="ko-KR" dirty="0"/>
              <a:t>2</a:t>
            </a:r>
            <a:r>
              <a:rPr lang="ko-KR" altLang="en-US" dirty="0"/>
              <a:t>개 추가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8FEC1F-F36F-475A-C077-703A273305BC}"/>
              </a:ext>
            </a:extLst>
          </p:cNvPr>
          <p:cNvSpPr/>
          <p:nvPr/>
        </p:nvSpPr>
        <p:spPr>
          <a:xfrm>
            <a:off x="8547155" y="2267526"/>
            <a:ext cx="1851553" cy="51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강원도 </a:t>
            </a:r>
            <a:r>
              <a:rPr lang="en-US" altLang="ko-KR" sz="1400" dirty="0"/>
              <a:t>7</a:t>
            </a:r>
            <a:r>
              <a:rPr lang="ko-KR" altLang="en-US" sz="1400" dirty="0"/>
              <a:t>대 미래산업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4543C-8F96-AFC4-45C9-CD9696205D37}"/>
              </a:ext>
            </a:extLst>
          </p:cNvPr>
          <p:cNvSpPr/>
          <p:nvPr/>
        </p:nvSpPr>
        <p:spPr>
          <a:xfrm>
            <a:off x="8547155" y="4660957"/>
            <a:ext cx="1531491" cy="51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미래유망 신기술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A86F3CC-7D6E-42C3-D516-5366A7A053E5}"/>
              </a:ext>
            </a:extLst>
          </p:cNvPr>
          <p:cNvSpPr/>
          <p:nvPr/>
        </p:nvSpPr>
        <p:spPr>
          <a:xfrm>
            <a:off x="2798432" y="4719286"/>
            <a:ext cx="954356" cy="325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KNU </a:t>
            </a:r>
            <a:r>
              <a:rPr lang="ko-KR" altLang="en-US" sz="900" dirty="0"/>
              <a:t>입주기업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9EC3B-1BBF-9060-AB45-6EC9BACF8F4A}"/>
              </a:ext>
            </a:extLst>
          </p:cNvPr>
          <p:cNvSpPr txBox="1"/>
          <p:nvPr/>
        </p:nvSpPr>
        <p:spPr>
          <a:xfrm>
            <a:off x="3839925" y="4660957"/>
            <a:ext cx="81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BCA5D-8820-9AC1-5420-2FBB68CC206B}"/>
              </a:ext>
            </a:extLst>
          </p:cNvPr>
          <p:cNvSpPr/>
          <p:nvPr/>
        </p:nvSpPr>
        <p:spPr>
          <a:xfrm>
            <a:off x="2610678" y="4386470"/>
            <a:ext cx="2047239" cy="10402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2B5766-6484-84A3-A105-256985E21454}"/>
              </a:ext>
            </a:extLst>
          </p:cNvPr>
          <p:cNvSpPr/>
          <p:nvPr/>
        </p:nvSpPr>
        <p:spPr>
          <a:xfrm>
            <a:off x="8392303" y="2146857"/>
            <a:ext cx="3603986" cy="23323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34EAF-5EFC-6E88-8C28-9D8521830A06}"/>
              </a:ext>
            </a:extLst>
          </p:cNvPr>
          <p:cNvSpPr/>
          <p:nvPr/>
        </p:nvSpPr>
        <p:spPr>
          <a:xfrm>
            <a:off x="8433137" y="4599904"/>
            <a:ext cx="3603986" cy="181354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375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B3298E-D5D4-CFB3-5ECC-C17B2AEBF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75" y="638256"/>
            <a:ext cx="8919052" cy="1178270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AD3E7C-3832-2404-81A6-50F8EF88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0" y="1926887"/>
            <a:ext cx="8014112" cy="484529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37799DB-1489-B009-823D-64D01CE970CB}"/>
              </a:ext>
            </a:extLst>
          </p:cNvPr>
          <p:cNvSpPr/>
          <p:nvPr/>
        </p:nvSpPr>
        <p:spPr>
          <a:xfrm>
            <a:off x="647675" y="979055"/>
            <a:ext cx="9013561" cy="738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A30952-467A-0B80-50AD-BE06D0148E89}"/>
              </a:ext>
            </a:extLst>
          </p:cNvPr>
          <p:cNvSpPr/>
          <p:nvPr/>
        </p:nvSpPr>
        <p:spPr>
          <a:xfrm>
            <a:off x="1575095" y="231385"/>
            <a:ext cx="3532106" cy="637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박스 크기 글자 길이만큼만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4087E4-5DBF-F3B0-8250-27E1221DE1DB}"/>
              </a:ext>
            </a:extLst>
          </p:cNvPr>
          <p:cNvSpPr/>
          <p:nvPr/>
        </p:nvSpPr>
        <p:spPr>
          <a:xfrm>
            <a:off x="4404001" y="6444296"/>
            <a:ext cx="908652" cy="327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E848A6-56A6-1291-C4A4-E252636CE201}"/>
              </a:ext>
            </a:extLst>
          </p:cNvPr>
          <p:cNvSpPr/>
          <p:nvPr/>
        </p:nvSpPr>
        <p:spPr>
          <a:xfrm>
            <a:off x="8751239" y="4247713"/>
            <a:ext cx="3385528" cy="5943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공지사항 숫자</a:t>
            </a:r>
            <a:r>
              <a:rPr lang="en-US" altLang="ko-KR" dirty="0"/>
              <a:t>(7)</a:t>
            </a:r>
            <a:r>
              <a:rPr lang="ko-KR" altLang="en-US" dirty="0"/>
              <a:t> ≠</a:t>
            </a:r>
            <a:r>
              <a:rPr lang="en-US" altLang="ko-KR" dirty="0"/>
              <a:t> </a:t>
            </a:r>
            <a:r>
              <a:rPr lang="ko-KR" altLang="en-US" dirty="0"/>
              <a:t>총 개수</a:t>
            </a:r>
            <a:r>
              <a:rPr lang="en-US" altLang="ko-KR" dirty="0"/>
              <a:t>(10)</a:t>
            </a:r>
            <a:r>
              <a:rPr lang="ko-KR" altLang="en-US" dirty="0"/>
              <a:t> 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0B41C38-4783-8E26-FA50-7E1453E9D852}"/>
              </a:ext>
            </a:extLst>
          </p:cNvPr>
          <p:cNvCxnSpPr>
            <a:cxnSpLocks/>
          </p:cNvCxnSpPr>
          <p:nvPr/>
        </p:nvCxnSpPr>
        <p:spPr>
          <a:xfrm rot="5400000">
            <a:off x="8441056" y="5483604"/>
            <a:ext cx="1326110" cy="595278"/>
          </a:xfrm>
          <a:prstGeom prst="bentConnector3">
            <a:avLst>
              <a:gd name="adj1" fmla="val 999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7E63CA2B-0155-263F-DFD6-363AA7E69D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65304" y="3581741"/>
            <a:ext cx="2430216" cy="642676"/>
          </a:xfrm>
          <a:prstGeom prst="bentConnector3">
            <a:avLst>
              <a:gd name="adj1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1029827-24DD-A2FF-28AD-4E79DC4E5F00}"/>
              </a:ext>
            </a:extLst>
          </p:cNvPr>
          <p:cNvSpPr/>
          <p:nvPr/>
        </p:nvSpPr>
        <p:spPr>
          <a:xfrm>
            <a:off x="4311786" y="6305558"/>
            <a:ext cx="1095102" cy="55244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328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2B7D69-81BD-9913-739B-773BD1CB4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99" y="193557"/>
            <a:ext cx="9251577" cy="4826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1334CD-85E0-9494-FBBA-E0C146A535D2}"/>
              </a:ext>
            </a:extLst>
          </p:cNvPr>
          <p:cNvSpPr txBox="1"/>
          <p:nvPr/>
        </p:nvSpPr>
        <p:spPr>
          <a:xfrm>
            <a:off x="2743200" y="5541632"/>
            <a:ext cx="39853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사업공고</a:t>
            </a:r>
            <a:r>
              <a:rPr lang="en-US" altLang="ko-KR" dirty="0"/>
              <a:t>&gt;</a:t>
            </a:r>
            <a:r>
              <a:rPr lang="ko-KR" altLang="en-US" dirty="0"/>
              <a:t>프로그램 신청</a:t>
            </a:r>
            <a:r>
              <a:rPr lang="en-US" altLang="ko-KR" dirty="0"/>
              <a:t>&gt; </a:t>
            </a:r>
            <a:r>
              <a:rPr lang="ko-KR" altLang="en-US" dirty="0"/>
              <a:t>문구 수정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신청사유 </a:t>
            </a:r>
            <a:r>
              <a:rPr lang="en-US" altLang="ko-KR" b="1" dirty="0"/>
              <a:t>-&gt; </a:t>
            </a:r>
            <a:r>
              <a:rPr lang="ko-KR" altLang="en-US" b="1" dirty="0"/>
              <a:t>전달사항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CE0BDF-CC48-64BE-A9EE-E829DAB791DD}"/>
              </a:ext>
            </a:extLst>
          </p:cNvPr>
          <p:cNvSpPr/>
          <p:nvPr/>
        </p:nvSpPr>
        <p:spPr>
          <a:xfrm>
            <a:off x="3336178" y="2606776"/>
            <a:ext cx="352107" cy="1855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777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176</Words>
  <Application>Microsoft Office PowerPoint</Application>
  <PresentationFormat>Widescreen</PresentationFormat>
  <Paragraphs>42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정</dc:creator>
  <cp:lastModifiedBy>Hye Ran Yoo</cp:lastModifiedBy>
  <cp:revision>16</cp:revision>
  <cp:lastPrinted>2026-01-30T04:58:02Z</cp:lastPrinted>
  <dcterms:created xsi:type="dcterms:W3CDTF">2026-01-28T09:27:59Z</dcterms:created>
  <dcterms:modified xsi:type="dcterms:W3CDTF">2026-01-30T17:39:05Z</dcterms:modified>
</cp:coreProperties>
</file>