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8" r:id="rId3"/>
    <p:sldId id="286" r:id="rId4"/>
    <p:sldId id="289" r:id="rId5"/>
    <p:sldId id="287" r:id="rId6"/>
    <p:sldId id="288" r:id="rId7"/>
    <p:sldId id="290" r:id="rId8"/>
    <p:sldId id="291" r:id="rId9"/>
    <p:sldId id="292" r:id="rId10"/>
    <p:sldId id="293" r:id="rId11"/>
    <p:sldId id="295" r:id="rId12"/>
    <p:sldId id="296" r:id="rId13"/>
    <p:sldId id="297" r:id="rId14"/>
    <p:sldId id="300" r:id="rId15"/>
    <p:sldId id="301" r:id="rId16"/>
    <p:sldId id="299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</p:sldIdLst>
  <p:sldSz cx="10909300" cy="7778750"/>
  <p:notesSz cx="10909300" cy="7778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7FA"/>
    <a:srgbClr val="F5F5F5"/>
    <a:srgbClr val="444444"/>
    <a:srgbClr val="5773B3"/>
    <a:srgbClr val="7FB76B"/>
    <a:srgbClr val="1A87A5"/>
    <a:srgbClr val="333399"/>
    <a:srgbClr val="938953"/>
    <a:srgbClr val="1F4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00AD65-F513-4E95-80AF-2D6B0D3941CD}" v="314" dt="2025-10-02T04:29:40.2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00" d="100"/>
          <a:sy n="100" d="100"/>
        </p:scale>
        <p:origin x="852" y="288"/>
      </p:cViewPr>
      <p:guideLst>
        <p:guide orient="horz" pos="2880"/>
        <p:guide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백준호" userId="0d16683d-caa4-4b46-a3d8-1ef46df28e1e" providerId="ADAL" clId="{4A350A8A-8BCF-4525-9E16-0A5C3AD458CD}"/>
    <pc:docChg chg="custSel addSld modSld">
      <pc:chgData name="백준호" userId="0d16683d-caa4-4b46-a3d8-1ef46df28e1e" providerId="ADAL" clId="{4A350A8A-8BCF-4525-9E16-0A5C3AD458CD}" dt="2024-05-16T02:04:30.817" v="4" actId="22"/>
      <pc:docMkLst>
        <pc:docMk/>
      </pc:docMkLst>
      <pc:sldChg chg="addSp delSp modSp new mod modClrScheme chgLayout">
        <pc:chgData name="백준호" userId="0d16683d-caa4-4b46-a3d8-1ef46df28e1e" providerId="ADAL" clId="{4A350A8A-8BCF-4525-9E16-0A5C3AD458CD}" dt="2024-05-16T02:04:30.817" v="4" actId="22"/>
        <pc:sldMkLst>
          <pc:docMk/>
          <pc:sldMk cId="3957528967" sldId="273"/>
        </pc:sldMkLst>
      </pc:sldChg>
    </pc:docChg>
  </pc:docChgLst>
  <pc:docChgLst>
    <pc:chgData name="백준호" userId="0d16683d-caa4-4b46-a3d8-1ef46df28e1e" providerId="ADAL" clId="{0B635DBB-9BD8-477D-A9C2-EE057659E2C4}"/>
    <pc:docChg chg="undo custSel addSld delSld modSld sldOrd">
      <pc:chgData name="백준호" userId="0d16683d-caa4-4b46-a3d8-1ef46df28e1e" providerId="ADAL" clId="{0B635DBB-9BD8-477D-A9C2-EE057659E2C4}" dt="2024-05-28T00:41:23.907" v="1394" actId="21"/>
      <pc:docMkLst>
        <pc:docMk/>
      </pc:docMkLst>
      <pc:sldChg chg="modSp mod">
        <pc:chgData name="백준호" userId="0d16683d-caa4-4b46-a3d8-1ef46df28e1e" providerId="ADAL" clId="{0B635DBB-9BD8-477D-A9C2-EE057659E2C4}" dt="2024-05-27T23:47:29.645" v="1" actId="6549"/>
        <pc:sldMkLst>
          <pc:docMk/>
          <pc:sldMk cId="0" sldId="256"/>
        </pc:sldMkLst>
      </pc:sldChg>
      <pc:sldChg chg="del">
        <pc:chgData name="백준호" userId="0d16683d-caa4-4b46-a3d8-1ef46df28e1e" providerId="ADAL" clId="{0B635DBB-9BD8-477D-A9C2-EE057659E2C4}" dt="2024-05-28T00:41:03.897" v="1391" actId="47"/>
        <pc:sldMkLst>
          <pc:docMk/>
          <pc:sldMk cId="0" sldId="257"/>
        </pc:sldMkLst>
      </pc:sldChg>
      <pc:sldChg chg="del">
        <pc:chgData name="백준호" userId="0d16683d-caa4-4b46-a3d8-1ef46df28e1e" providerId="ADAL" clId="{0B635DBB-9BD8-477D-A9C2-EE057659E2C4}" dt="2024-05-28T00:41:10.213" v="1392" actId="47"/>
        <pc:sldMkLst>
          <pc:docMk/>
          <pc:sldMk cId="0" sldId="259"/>
        </pc:sldMkLst>
      </pc:sldChg>
      <pc:sldChg chg="del">
        <pc:chgData name="백준호" userId="0d16683d-caa4-4b46-a3d8-1ef46df28e1e" providerId="ADAL" clId="{0B635DBB-9BD8-477D-A9C2-EE057659E2C4}" dt="2024-05-28T00:41:17.122" v="1393" actId="47"/>
        <pc:sldMkLst>
          <pc:docMk/>
          <pc:sldMk cId="0" sldId="260"/>
        </pc:sldMkLst>
      </pc:sldChg>
      <pc:sldChg chg="del">
        <pc:chgData name="백준호" userId="0d16683d-caa4-4b46-a3d8-1ef46df28e1e" providerId="ADAL" clId="{0B635DBB-9BD8-477D-A9C2-EE057659E2C4}" dt="2024-05-27T23:47:46.800" v="2" actId="47"/>
        <pc:sldMkLst>
          <pc:docMk/>
          <pc:sldMk cId="0" sldId="263"/>
        </pc:sldMkLst>
      </pc:sldChg>
      <pc:sldChg chg="delSp mod">
        <pc:chgData name="백준호" userId="0d16683d-caa4-4b46-a3d8-1ef46df28e1e" providerId="ADAL" clId="{0B635DBB-9BD8-477D-A9C2-EE057659E2C4}" dt="2024-05-28T00:34:13.291" v="1027" actId="21"/>
        <pc:sldMkLst>
          <pc:docMk/>
          <pc:sldMk cId="0" sldId="264"/>
        </pc:sldMkLst>
      </pc:sldChg>
      <pc:sldChg chg="addSp delSp modSp mod ord">
        <pc:chgData name="백준호" userId="0d16683d-caa4-4b46-a3d8-1ef46df28e1e" providerId="ADAL" clId="{0B635DBB-9BD8-477D-A9C2-EE057659E2C4}" dt="2024-05-28T00:34:01.427" v="1026" actId="167"/>
        <pc:sldMkLst>
          <pc:docMk/>
          <pc:sldMk cId="0" sldId="265"/>
        </pc:sldMkLst>
      </pc:sldChg>
      <pc:sldChg chg="del">
        <pc:chgData name="백준호" userId="0d16683d-caa4-4b46-a3d8-1ef46df28e1e" providerId="ADAL" clId="{0B635DBB-9BD8-477D-A9C2-EE057659E2C4}" dt="2024-05-27T23:47:51.221" v="3" actId="47"/>
        <pc:sldMkLst>
          <pc:docMk/>
          <pc:sldMk cId="0" sldId="266"/>
        </pc:sldMkLst>
      </pc:sldChg>
      <pc:sldChg chg="del">
        <pc:chgData name="백준호" userId="0d16683d-caa4-4b46-a3d8-1ef46df28e1e" providerId="ADAL" clId="{0B635DBB-9BD8-477D-A9C2-EE057659E2C4}" dt="2024-05-27T23:47:51.221" v="3" actId="47"/>
        <pc:sldMkLst>
          <pc:docMk/>
          <pc:sldMk cId="0" sldId="267"/>
        </pc:sldMkLst>
      </pc:sldChg>
      <pc:sldChg chg="addSp delSp modSp mod">
        <pc:chgData name="백준호" userId="0d16683d-caa4-4b46-a3d8-1ef46df28e1e" providerId="ADAL" clId="{0B635DBB-9BD8-477D-A9C2-EE057659E2C4}" dt="2024-05-28T00:09:43.584" v="348" actId="1076"/>
        <pc:sldMkLst>
          <pc:docMk/>
          <pc:sldMk cId="0" sldId="270"/>
        </pc:sldMkLst>
      </pc:sldChg>
      <pc:sldChg chg="delSp">
        <pc:chgData name="백준호" userId="0d16683d-caa4-4b46-a3d8-1ef46df28e1e" providerId="ADAL" clId="{0B635DBB-9BD8-477D-A9C2-EE057659E2C4}" dt="2024-05-28T00:41:23.907" v="1394" actId="21"/>
        <pc:sldMkLst>
          <pc:docMk/>
          <pc:sldMk cId="0" sldId="272"/>
        </pc:sldMkLst>
      </pc:sldChg>
      <pc:sldChg chg="del ord">
        <pc:chgData name="백준호" userId="0d16683d-caa4-4b46-a3d8-1ef46df28e1e" providerId="ADAL" clId="{0B635DBB-9BD8-477D-A9C2-EE057659E2C4}" dt="2024-05-28T00:34:32.214" v="1028" actId="2696"/>
        <pc:sldMkLst>
          <pc:docMk/>
          <pc:sldMk cId="3957528967" sldId="273"/>
        </pc:sldMkLst>
      </pc:sldChg>
      <pc:sldChg chg="add del">
        <pc:chgData name="백준호" userId="0d16683d-caa4-4b46-a3d8-1ef46df28e1e" providerId="ADAL" clId="{0B635DBB-9BD8-477D-A9C2-EE057659E2C4}" dt="2024-05-27T23:51:50.186" v="77" actId="2696"/>
        <pc:sldMkLst>
          <pc:docMk/>
          <pc:sldMk cId="812448968" sldId="274"/>
        </pc:sldMkLst>
      </pc:sldChg>
      <pc:sldChg chg="addSp delSp modSp new mod">
        <pc:chgData name="백준호" userId="0d16683d-caa4-4b46-a3d8-1ef46df28e1e" providerId="ADAL" clId="{0B635DBB-9BD8-477D-A9C2-EE057659E2C4}" dt="2024-05-28T00:35:38.381" v="1067"/>
        <pc:sldMkLst>
          <pc:docMk/>
          <pc:sldMk cId="4021379100" sldId="274"/>
        </pc:sldMkLst>
      </pc:sldChg>
      <pc:sldChg chg="addSp delSp modSp new mod">
        <pc:chgData name="백준호" userId="0d16683d-caa4-4b46-a3d8-1ef46df28e1e" providerId="ADAL" clId="{0B635DBB-9BD8-477D-A9C2-EE057659E2C4}" dt="2024-05-28T00:31:52.097" v="833" actId="1076"/>
        <pc:sldMkLst>
          <pc:docMk/>
          <pc:sldMk cId="1794083076" sldId="275"/>
        </pc:sldMkLst>
      </pc:sldChg>
      <pc:sldChg chg="addSp delSp modSp new mod">
        <pc:chgData name="백준호" userId="0d16683d-caa4-4b46-a3d8-1ef46df28e1e" providerId="ADAL" clId="{0B635DBB-9BD8-477D-A9C2-EE057659E2C4}" dt="2024-05-28T00:40:42.995" v="1390" actId="1076"/>
        <pc:sldMkLst>
          <pc:docMk/>
          <pc:sldMk cId="806042562" sldId="276"/>
        </pc:sldMkLst>
      </pc:sldChg>
    </pc:docChg>
  </pc:docChgLst>
  <pc:docChgLst>
    <pc:chgData name="백준호" userId="0d16683d-caa4-4b46-a3d8-1ef46df28e1e" providerId="ADAL" clId="{C7F15C06-44BF-4843-8E12-D15EA566C699}"/>
    <pc:docChg chg="modSld">
      <pc:chgData name="백준호" userId="0d16683d-caa4-4b46-a3d8-1ef46df28e1e" providerId="ADAL" clId="{C7F15C06-44BF-4843-8E12-D15EA566C699}" dt="2024-04-21T06:18:26.367" v="0" actId="113"/>
      <pc:docMkLst>
        <pc:docMk/>
      </pc:docMkLst>
      <pc:sldChg chg="modSp mod">
        <pc:chgData name="백준호" userId="0d16683d-caa4-4b46-a3d8-1ef46df28e1e" providerId="ADAL" clId="{C7F15C06-44BF-4843-8E12-D15EA566C699}" dt="2024-04-21T06:18:26.367" v="0" actId="113"/>
        <pc:sldMkLst>
          <pc:docMk/>
          <pc:sldMk cId="0" sldId="264"/>
        </pc:sldMkLst>
      </pc:sldChg>
    </pc:docChg>
  </pc:docChgLst>
  <pc:docChgLst>
    <pc:chgData name="RUCAS" userId="aa484947-4b2a-42b8-8419-1f990e4d59e7" providerId="ADAL" clId="{E8C17ABD-3273-49D0-BAC5-0A1AF5DC93E9}"/>
    <pc:docChg chg="undo custSel addSld delSld modSld sldOrd modMainMaster">
      <pc:chgData name="RUCAS" userId="aa484947-4b2a-42b8-8419-1f990e4d59e7" providerId="ADAL" clId="{E8C17ABD-3273-49D0-BAC5-0A1AF5DC93E9}" dt="2025-10-02T04:29:40.215" v="7723"/>
      <pc:docMkLst>
        <pc:docMk/>
      </pc:docMkLst>
      <pc:sldChg chg="addSp delSp modSp mod">
        <pc:chgData name="RUCAS" userId="aa484947-4b2a-42b8-8419-1f990e4d59e7" providerId="ADAL" clId="{E8C17ABD-3273-49D0-BAC5-0A1AF5DC93E9}" dt="2025-10-02T02:07:00.183" v="4968" actId="478"/>
        <pc:sldMkLst>
          <pc:docMk/>
          <pc:sldMk cId="0" sldId="256"/>
        </pc:sldMkLst>
        <pc:spChg chg="del mod">
          <ac:chgData name="RUCAS" userId="aa484947-4b2a-42b8-8419-1f990e4d59e7" providerId="ADAL" clId="{E8C17ABD-3273-49D0-BAC5-0A1AF5DC93E9}" dt="2025-10-02T02:06:59.464" v="4967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RUCAS" userId="aa484947-4b2a-42b8-8419-1f990e4d59e7" providerId="ADAL" clId="{E8C17ABD-3273-49D0-BAC5-0A1AF5DC93E9}" dt="2025-09-04T12:56:44.292" v="116" actId="20577"/>
          <ac:spMkLst>
            <pc:docMk/>
            <pc:sldMk cId="0" sldId="256"/>
            <ac:spMk id="8" creationId="{00000000-0000-0000-0000-000000000000}"/>
          </ac:spMkLst>
        </pc:spChg>
        <pc:picChg chg="add del mod">
          <ac:chgData name="RUCAS" userId="aa484947-4b2a-42b8-8419-1f990e4d59e7" providerId="ADAL" clId="{E8C17ABD-3273-49D0-BAC5-0A1AF5DC93E9}" dt="2025-10-02T02:06:57.991" v="4966" actId="478"/>
          <ac:picMkLst>
            <pc:docMk/>
            <pc:sldMk cId="0" sldId="256"/>
            <ac:picMk id="3" creationId="{EA5B76F4-A774-22A5-EFB8-B1EB0506EBAD}"/>
          </ac:picMkLst>
        </pc:picChg>
        <pc:picChg chg="del">
          <ac:chgData name="RUCAS" userId="aa484947-4b2a-42b8-8419-1f990e4d59e7" providerId="ADAL" clId="{E8C17ABD-3273-49D0-BAC5-0A1AF5DC93E9}" dt="2025-10-02T02:07:00.183" v="4968" actId="478"/>
          <ac:picMkLst>
            <pc:docMk/>
            <pc:sldMk cId="0" sldId="256"/>
            <ac:picMk id="1028" creationId="{75FA797A-1578-19DB-0E8E-8A5F7CB9DE19}"/>
          </ac:picMkLst>
        </pc:picChg>
      </pc:sldChg>
      <pc:sldChg chg="addSp delSp modSp add del mod">
        <pc:chgData name="RUCAS" userId="aa484947-4b2a-42b8-8419-1f990e4d59e7" providerId="ADAL" clId="{E8C17ABD-3273-49D0-BAC5-0A1AF5DC93E9}" dt="2025-10-02T02:48:54.407" v="6401" actId="47"/>
        <pc:sldMkLst>
          <pc:docMk/>
          <pc:sldMk cId="0" sldId="258"/>
        </pc:sldMkLst>
      </pc:sldChg>
      <pc:sldChg chg="addSp delSp modSp add del mod">
        <pc:chgData name="RUCAS" userId="aa484947-4b2a-42b8-8419-1f990e4d59e7" providerId="ADAL" clId="{E8C17ABD-3273-49D0-BAC5-0A1AF5DC93E9}" dt="2025-10-02T02:48:54.407" v="6401" actId="47"/>
        <pc:sldMkLst>
          <pc:docMk/>
          <pc:sldMk cId="0" sldId="264"/>
        </pc:sldMkLst>
      </pc:sldChg>
      <pc:sldChg chg="del">
        <pc:chgData name="RUCAS" userId="aa484947-4b2a-42b8-8419-1f990e4d59e7" providerId="ADAL" clId="{E8C17ABD-3273-49D0-BAC5-0A1AF5DC93E9}" dt="2025-09-04T14:12:18.394" v="3120" actId="47"/>
        <pc:sldMkLst>
          <pc:docMk/>
          <pc:sldMk cId="0" sldId="265"/>
        </pc:sldMkLst>
      </pc:sldChg>
      <pc:sldChg chg="del">
        <pc:chgData name="RUCAS" userId="aa484947-4b2a-42b8-8419-1f990e4d59e7" providerId="ADAL" clId="{E8C17ABD-3273-49D0-BAC5-0A1AF5DC93E9}" dt="2025-09-04T14:12:13.932" v="3119" actId="47"/>
        <pc:sldMkLst>
          <pc:docMk/>
          <pc:sldMk cId="0" sldId="270"/>
        </pc:sldMkLst>
      </pc:sldChg>
      <pc:sldChg chg="addSp delSp modSp del mod">
        <pc:chgData name="RUCAS" userId="aa484947-4b2a-42b8-8419-1f990e4d59e7" providerId="ADAL" clId="{E8C17ABD-3273-49D0-BAC5-0A1AF5DC93E9}" dt="2025-10-02T03:47:47.187" v="6403" actId="47"/>
        <pc:sldMkLst>
          <pc:docMk/>
          <pc:sldMk cId="0" sldId="272"/>
        </pc:sldMkLst>
      </pc:sldChg>
      <pc:sldChg chg="del">
        <pc:chgData name="RUCAS" userId="aa484947-4b2a-42b8-8419-1f990e4d59e7" providerId="ADAL" clId="{E8C17ABD-3273-49D0-BAC5-0A1AF5DC93E9}" dt="2025-09-04T14:12:19.209" v="3121" actId="47"/>
        <pc:sldMkLst>
          <pc:docMk/>
          <pc:sldMk cId="2360426871" sldId="273"/>
        </pc:sldMkLst>
      </pc:sldChg>
      <pc:sldChg chg="addSp delSp new del mod">
        <pc:chgData name="RUCAS" userId="aa484947-4b2a-42b8-8419-1f990e4d59e7" providerId="ADAL" clId="{E8C17ABD-3273-49D0-BAC5-0A1AF5DC93E9}" dt="2025-09-04T14:12:13.932" v="3119" actId="47"/>
        <pc:sldMkLst>
          <pc:docMk/>
          <pc:sldMk cId="3996964740" sldId="274"/>
        </pc:sldMkLst>
      </pc:sldChg>
      <pc:sldChg chg="addSp delSp new del mod">
        <pc:chgData name="RUCAS" userId="aa484947-4b2a-42b8-8419-1f990e4d59e7" providerId="ADAL" clId="{E8C17ABD-3273-49D0-BAC5-0A1AF5DC93E9}" dt="2025-09-04T14:12:13.932" v="3119" actId="47"/>
        <pc:sldMkLst>
          <pc:docMk/>
          <pc:sldMk cId="988200172" sldId="275"/>
        </pc:sldMkLst>
      </pc:sldChg>
      <pc:sldChg chg="addSp delSp modSp add del mod">
        <pc:chgData name="RUCAS" userId="aa484947-4b2a-42b8-8419-1f990e4d59e7" providerId="ADAL" clId="{E8C17ABD-3273-49D0-BAC5-0A1AF5DC93E9}" dt="2025-10-02T02:49:01.826" v="6402" actId="47"/>
        <pc:sldMkLst>
          <pc:docMk/>
          <pc:sldMk cId="1352218725" sldId="276"/>
        </pc:sldMkLst>
        <pc:spChg chg="add del mod">
          <ac:chgData name="RUCAS" userId="aa484947-4b2a-42b8-8419-1f990e4d59e7" providerId="ADAL" clId="{E8C17ABD-3273-49D0-BAC5-0A1AF5DC93E9}" dt="2025-10-02T02:30:02.027" v="5697" actId="21"/>
          <ac:spMkLst>
            <pc:docMk/>
            <pc:sldMk cId="1352218725" sldId="276"/>
            <ac:spMk id="11" creationId="{203942E2-D134-5B91-6534-32289DFD9A63}"/>
          </ac:spMkLst>
        </pc:spChg>
        <pc:spChg chg="add del mod">
          <ac:chgData name="RUCAS" userId="aa484947-4b2a-42b8-8419-1f990e4d59e7" providerId="ADAL" clId="{E8C17ABD-3273-49D0-BAC5-0A1AF5DC93E9}" dt="2025-10-02T02:30:02.027" v="5697" actId="21"/>
          <ac:spMkLst>
            <pc:docMk/>
            <pc:sldMk cId="1352218725" sldId="276"/>
            <ac:spMk id="16" creationId="{B023C3E3-4F8A-3D88-7FAD-A9B6AEB2193C}"/>
          </ac:spMkLst>
        </pc:spChg>
        <pc:spChg chg="add del mod">
          <ac:chgData name="RUCAS" userId="aa484947-4b2a-42b8-8419-1f990e4d59e7" providerId="ADAL" clId="{E8C17ABD-3273-49D0-BAC5-0A1AF5DC93E9}" dt="2025-10-02T02:30:02.027" v="5697" actId="21"/>
          <ac:spMkLst>
            <pc:docMk/>
            <pc:sldMk cId="1352218725" sldId="276"/>
            <ac:spMk id="19" creationId="{3D7EF9F9-73E3-BBA2-3221-BFE799CC3448}"/>
          </ac:spMkLst>
        </pc:spChg>
        <pc:spChg chg="add del mod">
          <ac:chgData name="RUCAS" userId="aa484947-4b2a-42b8-8419-1f990e4d59e7" providerId="ADAL" clId="{E8C17ABD-3273-49D0-BAC5-0A1AF5DC93E9}" dt="2025-10-02T02:30:02.027" v="5697" actId="21"/>
          <ac:spMkLst>
            <pc:docMk/>
            <pc:sldMk cId="1352218725" sldId="276"/>
            <ac:spMk id="25" creationId="{E0F55A82-337D-EB69-1759-551A45A51470}"/>
          </ac:spMkLst>
        </pc:spChg>
      </pc:sldChg>
      <pc:sldChg chg="addSp delSp modSp add del mod">
        <pc:chgData name="RUCAS" userId="aa484947-4b2a-42b8-8419-1f990e4d59e7" providerId="ADAL" clId="{E8C17ABD-3273-49D0-BAC5-0A1AF5DC93E9}" dt="2025-10-02T04:21:03.041" v="7450" actId="47"/>
        <pc:sldMkLst>
          <pc:docMk/>
          <pc:sldMk cId="3423659126" sldId="277"/>
        </pc:sldMkLst>
        <pc:spChg chg="del mod">
          <ac:chgData name="RUCAS" userId="aa484947-4b2a-42b8-8419-1f990e4d59e7" providerId="ADAL" clId="{E8C17ABD-3273-49D0-BAC5-0A1AF5DC93E9}" dt="2025-10-02T03:58:11.127" v="6542" actId="21"/>
          <ac:spMkLst>
            <pc:docMk/>
            <pc:sldMk cId="3423659126" sldId="277"/>
            <ac:spMk id="9" creationId="{BEF2423B-F8AE-D86A-9734-FD0C73F72E90}"/>
          </ac:spMkLst>
        </pc:spChg>
        <pc:spChg chg="del mod">
          <ac:chgData name="RUCAS" userId="aa484947-4b2a-42b8-8419-1f990e4d59e7" providerId="ADAL" clId="{E8C17ABD-3273-49D0-BAC5-0A1AF5DC93E9}" dt="2025-10-02T03:58:13.239" v="6543" actId="21"/>
          <ac:spMkLst>
            <pc:docMk/>
            <pc:sldMk cId="3423659126" sldId="277"/>
            <ac:spMk id="10" creationId="{1CA63878-7608-B474-CD64-7B9C6BE72F75}"/>
          </ac:spMkLst>
        </pc:spChg>
        <pc:picChg chg="del mod">
          <ac:chgData name="RUCAS" userId="aa484947-4b2a-42b8-8419-1f990e4d59e7" providerId="ADAL" clId="{E8C17ABD-3273-49D0-BAC5-0A1AF5DC93E9}" dt="2025-10-02T03:58:11.127" v="6542" actId="21"/>
          <ac:picMkLst>
            <pc:docMk/>
            <pc:sldMk cId="3423659126" sldId="277"/>
            <ac:picMk id="1026" creationId="{8DC2260C-617B-81D7-EBA5-B8AB27E835B1}"/>
          </ac:picMkLst>
        </pc:picChg>
      </pc:sldChg>
      <pc:sldChg chg="add del">
        <pc:chgData name="RUCAS" userId="aa484947-4b2a-42b8-8419-1f990e4d59e7" providerId="ADAL" clId="{E8C17ABD-3273-49D0-BAC5-0A1AF5DC93E9}" dt="2025-09-04T14:02:08.478" v="2723" actId="47"/>
        <pc:sldMkLst>
          <pc:docMk/>
          <pc:sldMk cId="1746909270" sldId="278"/>
        </pc:sldMkLst>
      </pc:sldChg>
      <pc:sldChg chg="addSp delSp modSp add del mod">
        <pc:chgData name="RUCAS" userId="aa484947-4b2a-42b8-8419-1f990e4d59e7" providerId="ADAL" clId="{E8C17ABD-3273-49D0-BAC5-0A1AF5DC93E9}" dt="2025-10-02T04:21:10.894" v="7451" actId="47"/>
        <pc:sldMkLst>
          <pc:docMk/>
          <pc:sldMk cId="1773863534" sldId="278"/>
        </pc:sldMkLst>
      </pc:sldChg>
      <pc:sldChg chg="addSp delSp modSp new del mod">
        <pc:chgData name="RUCAS" userId="aa484947-4b2a-42b8-8419-1f990e4d59e7" providerId="ADAL" clId="{E8C17ABD-3273-49D0-BAC5-0A1AF5DC93E9}" dt="2025-10-02T04:21:10.894" v="7451" actId="47"/>
        <pc:sldMkLst>
          <pc:docMk/>
          <pc:sldMk cId="682262601" sldId="279"/>
        </pc:sldMkLst>
      </pc:sldChg>
      <pc:sldChg chg="add del">
        <pc:chgData name="RUCAS" userId="aa484947-4b2a-42b8-8419-1f990e4d59e7" providerId="ADAL" clId="{E8C17ABD-3273-49D0-BAC5-0A1AF5DC93E9}" dt="2025-09-04T14:22:54.716" v="3517" actId="47"/>
        <pc:sldMkLst>
          <pc:docMk/>
          <pc:sldMk cId="148097369" sldId="280"/>
        </pc:sldMkLst>
      </pc:sldChg>
      <pc:sldChg chg="addSp delSp modSp new del mod">
        <pc:chgData name="RUCAS" userId="aa484947-4b2a-42b8-8419-1f990e4d59e7" providerId="ADAL" clId="{E8C17ABD-3273-49D0-BAC5-0A1AF5DC93E9}" dt="2025-10-02T04:21:12.654" v="7452" actId="47"/>
        <pc:sldMkLst>
          <pc:docMk/>
          <pc:sldMk cId="486158315" sldId="281"/>
        </pc:sldMkLst>
        <pc:picChg chg="add del mod">
          <ac:chgData name="RUCAS" userId="aa484947-4b2a-42b8-8419-1f990e4d59e7" providerId="ADAL" clId="{E8C17ABD-3273-49D0-BAC5-0A1AF5DC93E9}" dt="2025-10-02T02:44:30.511" v="6245" actId="21"/>
          <ac:picMkLst>
            <pc:docMk/>
            <pc:sldMk cId="486158315" sldId="281"/>
            <ac:picMk id="5" creationId="{513EB7CC-502E-6CDB-4C53-550F4A718D68}"/>
          </ac:picMkLst>
        </pc:picChg>
        <pc:picChg chg="add del mod">
          <ac:chgData name="RUCAS" userId="aa484947-4b2a-42b8-8419-1f990e4d59e7" providerId="ADAL" clId="{E8C17ABD-3273-49D0-BAC5-0A1AF5DC93E9}" dt="2025-10-02T02:45:05.423" v="6278" actId="21"/>
          <ac:picMkLst>
            <pc:docMk/>
            <pc:sldMk cId="486158315" sldId="281"/>
            <ac:picMk id="6" creationId="{F15B2BD8-CAC9-81FD-49D0-8B14FA34C19B}"/>
          </ac:picMkLst>
        </pc:picChg>
      </pc:sldChg>
      <pc:sldChg chg="addSp delSp modSp new del mod">
        <pc:chgData name="RUCAS" userId="aa484947-4b2a-42b8-8419-1f990e4d59e7" providerId="ADAL" clId="{E8C17ABD-3273-49D0-BAC5-0A1AF5DC93E9}" dt="2025-10-02T03:47:47.187" v="6403" actId="47"/>
        <pc:sldMkLst>
          <pc:docMk/>
          <pc:sldMk cId="1081956132" sldId="282"/>
        </pc:sldMkLst>
      </pc:sldChg>
      <pc:sldChg chg="addSp delSp modSp new del mod">
        <pc:chgData name="RUCAS" userId="aa484947-4b2a-42b8-8419-1f990e4d59e7" providerId="ADAL" clId="{E8C17ABD-3273-49D0-BAC5-0A1AF5DC93E9}" dt="2025-10-02T03:47:47.187" v="6403" actId="47"/>
        <pc:sldMkLst>
          <pc:docMk/>
          <pc:sldMk cId="1254800428" sldId="283"/>
        </pc:sldMkLst>
      </pc:sldChg>
      <pc:sldChg chg="modSp add del mod">
        <pc:chgData name="RUCAS" userId="aa484947-4b2a-42b8-8419-1f990e4d59e7" providerId="ADAL" clId="{E8C17ABD-3273-49D0-BAC5-0A1AF5DC93E9}" dt="2025-09-04T14:28:44.202" v="3813" actId="47"/>
        <pc:sldMkLst>
          <pc:docMk/>
          <pc:sldMk cId="1683706219" sldId="283"/>
        </pc:sldMkLst>
      </pc:sldChg>
      <pc:sldChg chg="addSp delSp modSp new del mod">
        <pc:chgData name="RUCAS" userId="aa484947-4b2a-42b8-8419-1f990e4d59e7" providerId="ADAL" clId="{E8C17ABD-3273-49D0-BAC5-0A1AF5DC93E9}" dt="2025-10-02T03:47:47.187" v="6403" actId="47"/>
        <pc:sldMkLst>
          <pc:docMk/>
          <pc:sldMk cId="1929159951" sldId="284"/>
        </pc:sldMkLst>
      </pc:sldChg>
      <pc:sldChg chg="addSp delSp modSp new del mod ord">
        <pc:chgData name="RUCAS" userId="aa484947-4b2a-42b8-8419-1f990e4d59e7" providerId="ADAL" clId="{E8C17ABD-3273-49D0-BAC5-0A1AF5DC93E9}" dt="2025-09-04T14:41:49.066" v="3914" actId="47"/>
        <pc:sldMkLst>
          <pc:docMk/>
          <pc:sldMk cId="2773932353" sldId="284"/>
        </pc:sldMkLst>
      </pc:sldChg>
      <pc:sldChg chg="addSp delSp modSp add del mod">
        <pc:chgData name="RUCAS" userId="aa484947-4b2a-42b8-8419-1f990e4d59e7" providerId="ADAL" clId="{E8C17ABD-3273-49D0-BAC5-0A1AF5DC93E9}" dt="2025-10-02T03:47:47.187" v="6403" actId="47"/>
        <pc:sldMkLst>
          <pc:docMk/>
          <pc:sldMk cId="242149794" sldId="285"/>
        </pc:sldMkLst>
      </pc:sldChg>
      <pc:sldChg chg="addSp delSp modSp new mod">
        <pc:chgData name="RUCAS" userId="aa484947-4b2a-42b8-8419-1f990e4d59e7" providerId="ADAL" clId="{E8C17ABD-3273-49D0-BAC5-0A1AF5DC93E9}" dt="2025-10-02T02:12:24.635" v="5216" actId="21"/>
        <pc:sldMkLst>
          <pc:docMk/>
          <pc:sldMk cId="3643926677" sldId="286"/>
        </pc:sldMkLst>
        <pc:spChg chg="del">
          <ac:chgData name="RUCAS" userId="aa484947-4b2a-42b8-8419-1f990e4d59e7" providerId="ADAL" clId="{E8C17ABD-3273-49D0-BAC5-0A1AF5DC93E9}" dt="2025-10-02T02:06:56.665" v="4965" actId="478"/>
          <ac:spMkLst>
            <pc:docMk/>
            <pc:sldMk cId="3643926677" sldId="286"/>
            <ac:spMk id="2" creationId="{D9C023BC-1E80-C0DF-F751-AA2F484BD829}"/>
          </ac:spMkLst>
        </pc:spChg>
        <pc:spChg chg="del">
          <ac:chgData name="RUCAS" userId="aa484947-4b2a-42b8-8419-1f990e4d59e7" providerId="ADAL" clId="{E8C17ABD-3273-49D0-BAC5-0A1AF5DC93E9}" dt="2025-10-02T02:06:56.665" v="4965" actId="478"/>
          <ac:spMkLst>
            <pc:docMk/>
            <pc:sldMk cId="3643926677" sldId="286"/>
            <ac:spMk id="3" creationId="{1C62DBC4-8D67-5859-1F4D-5863100D6AA2}"/>
          </ac:spMkLst>
        </pc:spChg>
        <pc:spChg chg="add mod">
          <ac:chgData name="RUCAS" userId="aa484947-4b2a-42b8-8419-1f990e4d59e7" providerId="ADAL" clId="{E8C17ABD-3273-49D0-BAC5-0A1AF5DC93E9}" dt="2025-10-02T02:09:58.942" v="5158"/>
          <ac:spMkLst>
            <pc:docMk/>
            <pc:sldMk cId="3643926677" sldId="286"/>
            <ac:spMk id="4" creationId="{91F535B5-F685-17B1-36CE-A1305BDF2C8D}"/>
          </ac:spMkLst>
        </pc:spChg>
        <pc:spChg chg="add del mod">
          <ac:chgData name="RUCAS" userId="aa484947-4b2a-42b8-8419-1f990e4d59e7" providerId="ADAL" clId="{E8C17ABD-3273-49D0-BAC5-0A1AF5DC93E9}" dt="2025-10-02T02:07:47.591" v="4981" actId="478"/>
          <ac:spMkLst>
            <pc:docMk/>
            <pc:sldMk cId="3643926677" sldId="286"/>
            <ac:spMk id="5" creationId="{BF560A61-26E1-9B35-142F-9C27D2E789E4}"/>
          </ac:spMkLst>
        </pc:spChg>
        <pc:spChg chg="add mod">
          <ac:chgData name="RUCAS" userId="aa484947-4b2a-42b8-8419-1f990e4d59e7" providerId="ADAL" clId="{E8C17ABD-3273-49D0-BAC5-0A1AF5DC93E9}" dt="2025-10-02T02:08:31.162" v="4989" actId="1076"/>
          <ac:spMkLst>
            <pc:docMk/>
            <pc:sldMk cId="3643926677" sldId="286"/>
            <ac:spMk id="7" creationId="{AE471D0C-9602-5D40-A13C-916BE164A141}"/>
          </ac:spMkLst>
        </pc:spChg>
        <pc:spChg chg="add del mod">
          <ac:chgData name="RUCAS" userId="aa484947-4b2a-42b8-8419-1f990e4d59e7" providerId="ADAL" clId="{E8C17ABD-3273-49D0-BAC5-0A1AF5DC93E9}" dt="2025-10-02T02:08:41.391" v="4993"/>
          <ac:spMkLst>
            <pc:docMk/>
            <pc:sldMk cId="3643926677" sldId="286"/>
            <ac:spMk id="12" creationId="{262270C2-F020-EBC8-9C8E-B198BE99EFAF}"/>
          </ac:spMkLst>
        </pc:spChg>
        <pc:spChg chg="add mod">
          <ac:chgData name="RUCAS" userId="aa484947-4b2a-42b8-8419-1f990e4d59e7" providerId="ADAL" clId="{E8C17ABD-3273-49D0-BAC5-0A1AF5DC93E9}" dt="2025-10-02T02:09:44.602" v="5126"/>
          <ac:spMkLst>
            <pc:docMk/>
            <pc:sldMk cId="3643926677" sldId="286"/>
            <ac:spMk id="13" creationId="{267FDD87-6B08-5CCF-864C-69DB86673B36}"/>
          </ac:spMkLst>
        </pc:spChg>
        <pc:spChg chg="add del mod">
          <ac:chgData name="RUCAS" userId="aa484947-4b2a-42b8-8419-1f990e4d59e7" providerId="ADAL" clId="{E8C17ABD-3273-49D0-BAC5-0A1AF5DC93E9}" dt="2025-10-02T02:12:24.635" v="5216" actId="21"/>
          <ac:spMkLst>
            <pc:docMk/>
            <pc:sldMk cId="3643926677" sldId="286"/>
            <ac:spMk id="16" creationId="{2F1C58F2-2666-A84A-5BC5-F7544A334376}"/>
          </ac:spMkLst>
        </pc:spChg>
        <pc:picChg chg="add mod">
          <ac:chgData name="RUCAS" userId="aa484947-4b2a-42b8-8419-1f990e4d59e7" providerId="ADAL" clId="{E8C17ABD-3273-49D0-BAC5-0A1AF5DC93E9}" dt="2025-10-02T02:08:28.850" v="4988" actId="1076"/>
          <ac:picMkLst>
            <pc:docMk/>
            <pc:sldMk cId="3643926677" sldId="286"/>
            <ac:picMk id="9" creationId="{D05B8BED-73D3-6954-24D0-3CFE1CCD5572}"/>
          </ac:picMkLst>
        </pc:picChg>
        <pc:cxnChg chg="add">
          <ac:chgData name="RUCAS" userId="aa484947-4b2a-42b8-8419-1f990e4d59e7" providerId="ADAL" clId="{E8C17ABD-3273-49D0-BAC5-0A1AF5DC93E9}" dt="2025-10-02T02:08:36.278" v="4990" actId="11529"/>
          <ac:cxnSpMkLst>
            <pc:docMk/>
            <pc:sldMk cId="3643926677" sldId="286"/>
            <ac:cxnSpMk id="11" creationId="{86EE1A64-ADA7-D102-8AB2-9AA0AC13E453}"/>
          </ac:cxnSpMkLst>
        </pc:cxnChg>
        <pc:cxnChg chg="add del mod">
          <ac:chgData name="RUCAS" userId="aa484947-4b2a-42b8-8419-1f990e4d59e7" providerId="ADAL" clId="{E8C17ABD-3273-49D0-BAC5-0A1AF5DC93E9}" dt="2025-10-02T02:12:24.635" v="5216" actId="21"/>
          <ac:cxnSpMkLst>
            <pc:docMk/>
            <pc:sldMk cId="3643926677" sldId="286"/>
            <ac:cxnSpMk id="14" creationId="{A0AB9E7B-9DF8-8920-6230-2ADEB378DF8C}"/>
          </ac:cxnSpMkLst>
        </pc:cxnChg>
      </pc:sldChg>
      <pc:sldChg chg="addSp delSp modSp new mod">
        <pc:chgData name="RUCAS" userId="aa484947-4b2a-42b8-8419-1f990e4d59e7" providerId="ADAL" clId="{E8C17ABD-3273-49D0-BAC5-0A1AF5DC93E9}" dt="2025-10-02T02:31:38.621" v="5783" actId="1076"/>
        <pc:sldMkLst>
          <pc:docMk/>
          <pc:sldMk cId="3532597950" sldId="287"/>
        </pc:sldMkLst>
        <pc:spChg chg="del">
          <ac:chgData name="RUCAS" userId="aa484947-4b2a-42b8-8419-1f990e4d59e7" providerId="ADAL" clId="{E8C17ABD-3273-49D0-BAC5-0A1AF5DC93E9}" dt="2025-10-02T02:09:20.871" v="5099" actId="478"/>
          <ac:spMkLst>
            <pc:docMk/>
            <pc:sldMk cId="3532597950" sldId="287"/>
            <ac:spMk id="2" creationId="{88077456-30A9-1B1A-7319-CA60CD8B510E}"/>
          </ac:spMkLst>
        </pc:spChg>
        <pc:spChg chg="del">
          <ac:chgData name="RUCAS" userId="aa484947-4b2a-42b8-8419-1f990e4d59e7" providerId="ADAL" clId="{E8C17ABD-3273-49D0-BAC5-0A1AF5DC93E9}" dt="2025-10-02T02:09:20.871" v="5099" actId="478"/>
          <ac:spMkLst>
            <pc:docMk/>
            <pc:sldMk cId="3532597950" sldId="287"/>
            <ac:spMk id="3" creationId="{990F5B5F-4847-3991-9B5F-EE170FDDE3A9}"/>
          </ac:spMkLst>
        </pc:spChg>
        <pc:spChg chg="add del mod">
          <ac:chgData name="RUCAS" userId="aa484947-4b2a-42b8-8419-1f990e4d59e7" providerId="ADAL" clId="{E8C17ABD-3273-49D0-BAC5-0A1AF5DC93E9}" dt="2025-10-02T02:09:35.198" v="5102" actId="21"/>
          <ac:spMkLst>
            <pc:docMk/>
            <pc:sldMk cId="3532597950" sldId="287"/>
            <ac:spMk id="5" creationId="{49B89190-B762-D4E8-1DD2-D523DC731DAF}"/>
          </ac:spMkLst>
        </pc:spChg>
        <pc:spChg chg="add del mod">
          <ac:chgData name="RUCAS" userId="aa484947-4b2a-42b8-8419-1f990e4d59e7" providerId="ADAL" clId="{E8C17ABD-3273-49D0-BAC5-0A1AF5DC93E9}" dt="2025-10-02T02:10:08.442" v="5194" actId="21"/>
          <ac:spMkLst>
            <pc:docMk/>
            <pc:sldMk cId="3532597950" sldId="287"/>
            <ac:spMk id="6" creationId="{49B89190-B762-D4E8-1DD2-D523DC731DAF}"/>
          </ac:spMkLst>
        </pc:spChg>
        <pc:spChg chg="add mod">
          <ac:chgData name="RUCAS" userId="aa484947-4b2a-42b8-8419-1f990e4d59e7" providerId="ADAL" clId="{E8C17ABD-3273-49D0-BAC5-0A1AF5DC93E9}" dt="2025-10-02T02:12:16.294" v="5215"/>
          <ac:spMkLst>
            <pc:docMk/>
            <pc:sldMk cId="3532597950" sldId="287"/>
            <ac:spMk id="7" creationId="{44D6EB90-FE07-C24F-8A4E-809CB81C646E}"/>
          </ac:spMkLst>
        </pc:spChg>
        <pc:spChg chg="add del mod">
          <ac:chgData name="RUCAS" userId="aa484947-4b2a-42b8-8419-1f990e4d59e7" providerId="ADAL" clId="{E8C17ABD-3273-49D0-BAC5-0A1AF5DC93E9}" dt="2025-10-02T02:13:21.016" v="5281" actId="478"/>
          <ac:spMkLst>
            <pc:docMk/>
            <pc:sldMk cId="3532597950" sldId="287"/>
            <ac:spMk id="10" creationId="{8AB7877F-810B-061D-6FD0-D26D355A2E6A}"/>
          </ac:spMkLst>
        </pc:spChg>
        <pc:spChg chg="add mod">
          <ac:chgData name="RUCAS" userId="aa484947-4b2a-42b8-8419-1f990e4d59e7" providerId="ADAL" clId="{E8C17ABD-3273-49D0-BAC5-0A1AF5DC93E9}" dt="2025-10-02T02:18:36.586" v="5318" actId="164"/>
          <ac:spMkLst>
            <pc:docMk/>
            <pc:sldMk cId="3532597950" sldId="287"/>
            <ac:spMk id="11" creationId="{EA50F1F9-F7DE-F525-5D24-0CD57928B84C}"/>
          </ac:spMkLst>
        </pc:spChg>
        <pc:spChg chg="add mod">
          <ac:chgData name="RUCAS" userId="aa484947-4b2a-42b8-8419-1f990e4d59e7" providerId="ADAL" clId="{E8C17ABD-3273-49D0-BAC5-0A1AF5DC93E9}" dt="2025-10-02T02:30:27.322" v="5722" actId="20577"/>
          <ac:spMkLst>
            <pc:docMk/>
            <pc:sldMk cId="3532597950" sldId="287"/>
            <ac:spMk id="17" creationId="{347AE358-7779-E2E9-8363-3B468CFBD257}"/>
          </ac:spMkLst>
        </pc:spChg>
        <pc:spChg chg="add mod">
          <ac:chgData name="RUCAS" userId="aa484947-4b2a-42b8-8419-1f990e4d59e7" providerId="ADAL" clId="{E8C17ABD-3273-49D0-BAC5-0A1AF5DC93E9}" dt="2025-10-02T02:30:06.315" v="5708" actId="1076"/>
          <ac:spMkLst>
            <pc:docMk/>
            <pc:sldMk cId="3532597950" sldId="287"/>
            <ac:spMk id="18" creationId="{2115491C-6840-D447-A809-E5399F0ACACD}"/>
          </ac:spMkLst>
        </pc:spChg>
        <pc:spChg chg="add del mod">
          <ac:chgData name="RUCAS" userId="aa484947-4b2a-42b8-8419-1f990e4d59e7" providerId="ADAL" clId="{E8C17ABD-3273-49D0-BAC5-0A1AF5DC93E9}" dt="2025-10-02T02:30:03.788" v="5700" actId="11529"/>
          <ac:spMkLst>
            <pc:docMk/>
            <pc:sldMk cId="3532597950" sldId="287"/>
            <ac:spMk id="19" creationId="{CCC99A2C-8937-A2CD-C2DD-0D9F0C055D45}"/>
          </ac:spMkLst>
        </pc:spChg>
        <pc:spChg chg="add mod">
          <ac:chgData name="RUCAS" userId="aa484947-4b2a-42b8-8419-1f990e4d59e7" providerId="ADAL" clId="{E8C17ABD-3273-49D0-BAC5-0A1AF5DC93E9}" dt="2025-10-02T02:31:38.621" v="5783" actId="1076"/>
          <ac:spMkLst>
            <pc:docMk/>
            <pc:sldMk cId="3532597950" sldId="287"/>
            <ac:spMk id="20" creationId="{DB09F78A-698A-9BC4-1FA9-FD9916DF6D63}"/>
          </ac:spMkLst>
        </pc:spChg>
        <pc:spChg chg="add del mod">
          <ac:chgData name="RUCAS" userId="aa484947-4b2a-42b8-8419-1f990e4d59e7" providerId="ADAL" clId="{E8C17ABD-3273-49D0-BAC5-0A1AF5DC93E9}" dt="2025-10-02T02:31:00.508" v="5744" actId="21"/>
          <ac:spMkLst>
            <pc:docMk/>
            <pc:sldMk cId="3532597950" sldId="287"/>
            <ac:spMk id="21" creationId="{6A1A5909-D766-5DFD-E30B-34F311611CD3}"/>
          </ac:spMkLst>
        </pc:spChg>
        <pc:spChg chg="add mod">
          <ac:chgData name="RUCAS" userId="aa484947-4b2a-42b8-8419-1f990e4d59e7" providerId="ADAL" clId="{E8C17ABD-3273-49D0-BAC5-0A1AF5DC93E9}" dt="2025-10-02T02:31:11.989" v="5755" actId="14100"/>
          <ac:spMkLst>
            <pc:docMk/>
            <pc:sldMk cId="3532597950" sldId="287"/>
            <ac:spMk id="24" creationId="{9CFC0091-30B8-AFA4-2DA6-8EA3A6FFE681}"/>
          </ac:spMkLst>
        </pc:spChg>
        <pc:grpChg chg="add mod">
          <ac:chgData name="RUCAS" userId="aa484947-4b2a-42b8-8419-1f990e4d59e7" providerId="ADAL" clId="{E8C17ABD-3273-49D0-BAC5-0A1AF5DC93E9}" dt="2025-10-02T02:18:40.284" v="5320" actId="1076"/>
          <ac:grpSpMkLst>
            <pc:docMk/>
            <pc:sldMk cId="3532597950" sldId="287"/>
            <ac:grpSpMk id="14" creationId="{191E9E3E-C46B-D59F-9852-E12EE53FDA00}"/>
          </ac:grpSpMkLst>
        </pc:grpChg>
        <pc:picChg chg="add mod">
          <ac:chgData name="RUCAS" userId="aa484947-4b2a-42b8-8419-1f990e4d59e7" providerId="ADAL" clId="{E8C17ABD-3273-49D0-BAC5-0A1AF5DC93E9}" dt="2025-10-02T02:18:36.586" v="5318" actId="164"/>
          <ac:picMkLst>
            <pc:docMk/>
            <pc:sldMk cId="3532597950" sldId="287"/>
            <ac:picMk id="9" creationId="{AD162B01-5AEE-C539-9E9F-148DECB7F8F8}"/>
          </ac:picMkLst>
        </pc:picChg>
        <pc:picChg chg="add mod">
          <ac:chgData name="RUCAS" userId="aa484947-4b2a-42b8-8419-1f990e4d59e7" providerId="ADAL" clId="{E8C17ABD-3273-49D0-BAC5-0A1AF5DC93E9}" dt="2025-10-02T02:18:36.586" v="5318" actId="164"/>
          <ac:picMkLst>
            <pc:docMk/>
            <pc:sldMk cId="3532597950" sldId="287"/>
            <ac:picMk id="13" creationId="{CF1570F2-489B-866F-4C2E-E469F1160D7D}"/>
          </ac:picMkLst>
        </pc:picChg>
        <pc:picChg chg="add mod">
          <ac:chgData name="RUCAS" userId="aa484947-4b2a-42b8-8419-1f990e4d59e7" providerId="ADAL" clId="{E8C17ABD-3273-49D0-BAC5-0A1AF5DC93E9}" dt="2025-10-02T02:18:42.900" v="5322" actId="1076"/>
          <ac:picMkLst>
            <pc:docMk/>
            <pc:sldMk cId="3532597950" sldId="287"/>
            <ac:picMk id="16" creationId="{15660B8A-346D-C00D-F538-FA52D405366B}"/>
          </ac:picMkLst>
        </pc:picChg>
        <pc:cxnChg chg="add">
          <ac:chgData name="RUCAS" userId="aa484947-4b2a-42b8-8419-1f990e4d59e7" providerId="ADAL" clId="{E8C17ABD-3273-49D0-BAC5-0A1AF5DC93E9}" dt="2025-10-02T02:31:03.877" v="5745" actId="11529"/>
          <ac:cxnSpMkLst>
            <pc:docMk/>
            <pc:sldMk cId="3532597950" sldId="287"/>
            <ac:cxnSpMk id="23" creationId="{711D1B7F-2BE5-608D-F939-78C09550EC5D}"/>
          </ac:cxnSpMkLst>
        </pc:cxnChg>
      </pc:sldChg>
      <pc:sldChg chg="addSp delSp modSp new add del mod">
        <pc:chgData name="RUCAS" userId="aa484947-4b2a-42b8-8419-1f990e4d59e7" providerId="ADAL" clId="{E8C17ABD-3273-49D0-BAC5-0A1AF5DC93E9}" dt="2025-10-02T04:01:32.871" v="6724" actId="21"/>
        <pc:sldMkLst>
          <pc:docMk/>
          <pc:sldMk cId="2675855205" sldId="288"/>
        </pc:sldMkLst>
        <pc:spChg chg="del">
          <ac:chgData name="RUCAS" userId="aa484947-4b2a-42b8-8419-1f990e4d59e7" providerId="ADAL" clId="{E8C17ABD-3273-49D0-BAC5-0A1AF5DC93E9}" dt="2025-10-02T02:13:27.112" v="5284" actId="478"/>
          <ac:spMkLst>
            <pc:docMk/>
            <pc:sldMk cId="2675855205" sldId="288"/>
            <ac:spMk id="2" creationId="{A948CF22-7FD2-2EEB-AF9C-B7EBDDEB5FC4}"/>
          </ac:spMkLst>
        </pc:spChg>
        <pc:spChg chg="del">
          <ac:chgData name="RUCAS" userId="aa484947-4b2a-42b8-8419-1f990e4d59e7" providerId="ADAL" clId="{E8C17ABD-3273-49D0-BAC5-0A1AF5DC93E9}" dt="2025-10-02T02:13:27.112" v="5284" actId="478"/>
          <ac:spMkLst>
            <pc:docMk/>
            <pc:sldMk cId="2675855205" sldId="288"/>
            <ac:spMk id="3" creationId="{B28392C5-EE45-C2AF-B324-8908E1EA1411}"/>
          </ac:spMkLst>
        </pc:spChg>
        <pc:spChg chg="add mod">
          <ac:chgData name="RUCAS" userId="aa484947-4b2a-42b8-8419-1f990e4d59e7" providerId="ADAL" clId="{E8C17ABD-3273-49D0-BAC5-0A1AF5DC93E9}" dt="2025-10-02T02:18:53.447" v="5337"/>
          <ac:spMkLst>
            <pc:docMk/>
            <pc:sldMk cId="2675855205" sldId="288"/>
            <ac:spMk id="4" creationId="{8390D4AB-571E-9199-A24A-5E6FA520F9EC}"/>
          </ac:spMkLst>
        </pc:spChg>
        <pc:spChg chg="add mod">
          <ac:chgData name="RUCAS" userId="aa484947-4b2a-42b8-8419-1f990e4d59e7" providerId="ADAL" clId="{E8C17ABD-3273-49D0-BAC5-0A1AF5DC93E9}" dt="2025-10-02T02:21:01.594" v="5490" actId="1076"/>
          <ac:spMkLst>
            <pc:docMk/>
            <pc:sldMk cId="2675855205" sldId="288"/>
            <ac:spMk id="7" creationId="{F8B9A898-AFE2-3C00-FE33-0E5A75C176AB}"/>
          </ac:spMkLst>
        </pc:spChg>
        <pc:spChg chg="add mod">
          <ac:chgData name="RUCAS" userId="aa484947-4b2a-42b8-8419-1f990e4d59e7" providerId="ADAL" clId="{E8C17ABD-3273-49D0-BAC5-0A1AF5DC93E9}" dt="2025-10-02T02:21:01.594" v="5490" actId="1076"/>
          <ac:spMkLst>
            <pc:docMk/>
            <pc:sldMk cId="2675855205" sldId="288"/>
            <ac:spMk id="8" creationId="{05781B85-F81A-19DA-092C-7591FF6E68CC}"/>
          </ac:spMkLst>
        </pc:spChg>
        <pc:spChg chg="add mod">
          <ac:chgData name="RUCAS" userId="aa484947-4b2a-42b8-8419-1f990e4d59e7" providerId="ADAL" clId="{E8C17ABD-3273-49D0-BAC5-0A1AF5DC93E9}" dt="2025-10-02T02:21:01.594" v="5490" actId="1076"/>
          <ac:spMkLst>
            <pc:docMk/>
            <pc:sldMk cId="2675855205" sldId="288"/>
            <ac:spMk id="9" creationId="{E6A60F13-2936-3ACA-D53D-B7922883AACE}"/>
          </ac:spMkLst>
        </pc:spChg>
        <pc:spChg chg="add mod">
          <ac:chgData name="RUCAS" userId="aa484947-4b2a-42b8-8419-1f990e4d59e7" providerId="ADAL" clId="{E8C17ABD-3273-49D0-BAC5-0A1AF5DC93E9}" dt="2025-10-02T02:21:01.594" v="5490" actId="1076"/>
          <ac:spMkLst>
            <pc:docMk/>
            <pc:sldMk cId="2675855205" sldId="288"/>
            <ac:spMk id="10" creationId="{0E976CAC-D3D7-8DC7-A515-1FF6D5D7008B}"/>
          </ac:spMkLst>
        </pc:spChg>
        <pc:spChg chg="add mod">
          <ac:chgData name="RUCAS" userId="aa484947-4b2a-42b8-8419-1f990e4d59e7" providerId="ADAL" clId="{E8C17ABD-3273-49D0-BAC5-0A1AF5DC93E9}" dt="2025-10-02T02:23:24.924" v="5530" actId="207"/>
          <ac:spMkLst>
            <pc:docMk/>
            <pc:sldMk cId="2675855205" sldId="288"/>
            <ac:spMk id="11" creationId="{EE72BEF4-EB62-C1E5-24EC-3DA408931018}"/>
          </ac:spMkLst>
        </pc:spChg>
        <pc:spChg chg="add del mod">
          <ac:chgData name="RUCAS" userId="aa484947-4b2a-42b8-8419-1f990e4d59e7" providerId="ADAL" clId="{E8C17ABD-3273-49D0-BAC5-0A1AF5DC93E9}" dt="2025-10-02T02:27:51.898" v="5664" actId="478"/>
          <ac:spMkLst>
            <pc:docMk/>
            <pc:sldMk cId="2675855205" sldId="288"/>
            <ac:spMk id="15" creationId="{64CEA800-79E7-75A1-5964-9EC6E88CE6E6}"/>
          </ac:spMkLst>
        </pc:spChg>
        <pc:spChg chg="add mod">
          <ac:chgData name="RUCAS" userId="aa484947-4b2a-42b8-8419-1f990e4d59e7" providerId="ADAL" clId="{E8C17ABD-3273-49D0-BAC5-0A1AF5DC93E9}" dt="2025-10-02T02:31:54.718" v="5784" actId="1076"/>
          <ac:spMkLst>
            <pc:docMk/>
            <pc:sldMk cId="2675855205" sldId="288"/>
            <ac:spMk id="18" creationId="{38CCF6B8-DA1E-DA5D-B344-5A05BC68FB7F}"/>
          </ac:spMkLst>
        </pc:spChg>
        <pc:spChg chg="add mod">
          <ac:chgData name="RUCAS" userId="aa484947-4b2a-42b8-8419-1f990e4d59e7" providerId="ADAL" clId="{E8C17ABD-3273-49D0-BAC5-0A1AF5DC93E9}" dt="2025-10-02T02:25:01.027" v="5540"/>
          <ac:spMkLst>
            <pc:docMk/>
            <pc:sldMk cId="2675855205" sldId="288"/>
            <ac:spMk id="19" creationId="{1CFC5639-E046-CBC3-289C-6B85816630A7}"/>
          </ac:spMkLst>
        </pc:spChg>
        <pc:spChg chg="add mod">
          <ac:chgData name="RUCAS" userId="aa484947-4b2a-42b8-8419-1f990e4d59e7" providerId="ADAL" clId="{E8C17ABD-3273-49D0-BAC5-0A1AF5DC93E9}" dt="2025-10-02T02:25:20.207" v="5604"/>
          <ac:spMkLst>
            <pc:docMk/>
            <pc:sldMk cId="2675855205" sldId="288"/>
            <ac:spMk id="20" creationId="{7F1F9EBE-3FCF-A156-91C6-AC4F03059C60}"/>
          </ac:spMkLst>
        </pc:spChg>
        <pc:spChg chg="add del mod">
          <ac:chgData name="RUCAS" userId="aa484947-4b2a-42b8-8419-1f990e4d59e7" providerId="ADAL" clId="{E8C17ABD-3273-49D0-BAC5-0A1AF5DC93E9}" dt="2025-10-02T04:01:32.871" v="6724" actId="21"/>
          <ac:spMkLst>
            <pc:docMk/>
            <pc:sldMk cId="2675855205" sldId="288"/>
            <ac:spMk id="29" creationId="{8AC18394-221B-B28F-886D-36CE4025851D}"/>
          </ac:spMkLst>
        </pc:spChg>
        <pc:picChg chg="add del mod">
          <ac:chgData name="RUCAS" userId="aa484947-4b2a-42b8-8419-1f990e4d59e7" providerId="ADAL" clId="{E8C17ABD-3273-49D0-BAC5-0A1AF5DC93E9}" dt="2025-10-02T02:20:11.433" v="5428" actId="478"/>
          <ac:picMkLst>
            <pc:docMk/>
            <pc:sldMk cId="2675855205" sldId="288"/>
            <ac:picMk id="6" creationId="{4BDAA063-FF3F-DC0E-6397-860ADB009AA2}"/>
          </ac:picMkLst>
        </pc:picChg>
        <pc:picChg chg="add mod">
          <ac:chgData name="RUCAS" userId="aa484947-4b2a-42b8-8419-1f990e4d59e7" providerId="ADAL" clId="{E8C17ABD-3273-49D0-BAC5-0A1AF5DC93E9}" dt="2025-10-02T02:26:09.888" v="5619" actId="14100"/>
          <ac:picMkLst>
            <pc:docMk/>
            <pc:sldMk cId="2675855205" sldId="288"/>
            <ac:picMk id="13" creationId="{1B358502-2353-C3F3-EC92-65C109FC39D0}"/>
          </ac:picMkLst>
        </pc:picChg>
        <pc:picChg chg="add del mod">
          <ac:chgData name="RUCAS" userId="aa484947-4b2a-42b8-8419-1f990e4d59e7" providerId="ADAL" clId="{E8C17ABD-3273-49D0-BAC5-0A1AF5DC93E9}" dt="2025-10-02T02:25:23.516" v="5605" actId="21"/>
          <ac:picMkLst>
            <pc:docMk/>
            <pc:sldMk cId="2675855205" sldId="288"/>
            <ac:picMk id="17" creationId="{AE38CB90-BE04-9620-07AA-4E43F0F5FED6}"/>
          </ac:picMkLst>
        </pc:picChg>
        <pc:picChg chg="add mod">
          <ac:chgData name="RUCAS" userId="aa484947-4b2a-42b8-8419-1f990e4d59e7" providerId="ADAL" clId="{E8C17ABD-3273-49D0-BAC5-0A1AF5DC93E9}" dt="2025-10-02T02:26:00.716" v="5616" actId="1076"/>
          <ac:picMkLst>
            <pc:docMk/>
            <pc:sldMk cId="2675855205" sldId="288"/>
            <ac:picMk id="22" creationId="{5AB1F735-52F0-1AE0-3A48-42A410E418DD}"/>
          </ac:picMkLst>
        </pc:picChg>
        <pc:picChg chg="add del mod">
          <ac:chgData name="RUCAS" userId="aa484947-4b2a-42b8-8419-1f990e4d59e7" providerId="ADAL" clId="{E8C17ABD-3273-49D0-BAC5-0A1AF5DC93E9}" dt="2025-10-02T02:25:56.459" v="5615" actId="21"/>
          <ac:picMkLst>
            <pc:docMk/>
            <pc:sldMk cId="2675855205" sldId="288"/>
            <ac:picMk id="24" creationId="{5D2D4396-DCB9-181C-E5BC-33A9C78D2EFA}"/>
          </ac:picMkLst>
        </pc:picChg>
        <pc:picChg chg="add mod">
          <ac:chgData name="RUCAS" userId="aa484947-4b2a-42b8-8419-1f990e4d59e7" providerId="ADAL" clId="{E8C17ABD-3273-49D0-BAC5-0A1AF5DC93E9}" dt="2025-10-02T02:26:40.843" v="5623" actId="1076"/>
          <ac:picMkLst>
            <pc:docMk/>
            <pc:sldMk cId="2675855205" sldId="288"/>
            <ac:picMk id="26" creationId="{00CDB094-3B6B-1F5F-3243-0431D5B8F23F}"/>
          </ac:picMkLst>
        </pc:picChg>
        <pc:picChg chg="add mod">
          <ac:chgData name="RUCAS" userId="aa484947-4b2a-42b8-8419-1f990e4d59e7" providerId="ADAL" clId="{E8C17ABD-3273-49D0-BAC5-0A1AF5DC93E9}" dt="2025-10-02T02:26:57.562" v="5626" actId="1076"/>
          <ac:picMkLst>
            <pc:docMk/>
            <pc:sldMk cId="2675855205" sldId="288"/>
            <ac:picMk id="28" creationId="{A7EB47D5-8EFF-CB68-AE30-0BEEE4174E3B}"/>
          </ac:picMkLst>
        </pc:picChg>
        <pc:picChg chg="add mod">
          <ac:chgData name="RUCAS" userId="aa484947-4b2a-42b8-8419-1f990e4d59e7" providerId="ADAL" clId="{E8C17ABD-3273-49D0-BAC5-0A1AF5DC93E9}" dt="2025-10-02T02:28:02.388" v="5671" actId="14100"/>
          <ac:picMkLst>
            <pc:docMk/>
            <pc:sldMk cId="2675855205" sldId="288"/>
            <ac:picMk id="31" creationId="{0EC589F9-C31F-4A04-E34C-08E1AD1A6C30}"/>
          </ac:picMkLst>
        </pc:picChg>
      </pc:sldChg>
      <pc:sldChg chg="addSp delSp modSp new mod ord">
        <pc:chgData name="RUCAS" userId="aa484947-4b2a-42b8-8419-1f990e4d59e7" providerId="ADAL" clId="{E8C17ABD-3273-49D0-BAC5-0A1AF5DC93E9}" dt="2025-10-02T02:18:04.481" v="5317" actId="22"/>
        <pc:sldMkLst>
          <pc:docMk/>
          <pc:sldMk cId="302653990" sldId="289"/>
        </pc:sldMkLst>
        <pc:spChg chg="del">
          <ac:chgData name="RUCAS" userId="aa484947-4b2a-42b8-8419-1f990e4d59e7" providerId="ADAL" clId="{E8C17ABD-3273-49D0-BAC5-0A1AF5DC93E9}" dt="2025-10-02T02:17:41.480" v="5315" actId="478"/>
          <ac:spMkLst>
            <pc:docMk/>
            <pc:sldMk cId="302653990" sldId="289"/>
            <ac:spMk id="2" creationId="{476C46C9-67C2-2614-036B-B2076F3236D2}"/>
          </ac:spMkLst>
        </pc:spChg>
        <pc:spChg chg="del">
          <ac:chgData name="RUCAS" userId="aa484947-4b2a-42b8-8419-1f990e4d59e7" providerId="ADAL" clId="{E8C17ABD-3273-49D0-BAC5-0A1AF5DC93E9}" dt="2025-10-02T02:17:41.480" v="5315" actId="478"/>
          <ac:spMkLst>
            <pc:docMk/>
            <pc:sldMk cId="302653990" sldId="289"/>
            <ac:spMk id="3" creationId="{6CD50F63-1C5C-FBD3-FE6C-837342819AE3}"/>
          </ac:spMkLst>
        </pc:spChg>
        <pc:spChg chg="add mod">
          <ac:chgData name="RUCAS" userId="aa484947-4b2a-42b8-8419-1f990e4d59e7" providerId="ADAL" clId="{E8C17ABD-3273-49D0-BAC5-0A1AF5DC93E9}" dt="2025-10-02T02:17:39.296" v="5314"/>
          <ac:spMkLst>
            <pc:docMk/>
            <pc:sldMk cId="302653990" sldId="289"/>
            <ac:spMk id="4" creationId="{FBC03190-4A45-FD9D-EDCC-C3841258D5D3}"/>
          </ac:spMkLst>
        </pc:spChg>
        <pc:spChg chg="add mod">
          <ac:chgData name="RUCAS" userId="aa484947-4b2a-42b8-8419-1f990e4d59e7" providerId="ADAL" clId="{E8C17ABD-3273-49D0-BAC5-0A1AF5DC93E9}" dt="2025-10-02T02:17:42.205" v="5316"/>
          <ac:spMkLst>
            <pc:docMk/>
            <pc:sldMk cId="302653990" sldId="289"/>
            <ac:spMk id="5" creationId="{B0E5D91C-FF6D-4062-400A-F4164371F52B}"/>
          </ac:spMkLst>
        </pc:spChg>
        <pc:picChg chg="add">
          <ac:chgData name="RUCAS" userId="aa484947-4b2a-42b8-8419-1f990e4d59e7" providerId="ADAL" clId="{E8C17ABD-3273-49D0-BAC5-0A1AF5DC93E9}" dt="2025-10-02T02:18:04.481" v="5317" actId="22"/>
          <ac:picMkLst>
            <pc:docMk/>
            <pc:sldMk cId="302653990" sldId="289"/>
            <ac:picMk id="7" creationId="{22C3E136-E54F-5D1A-930F-F11116055D19}"/>
          </ac:picMkLst>
        </pc:picChg>
      </pc:sldChg>
      <pc:sldChg chg="addSp delSp modSp new add del mod">
        <pc:chgData name="RUCAS" userId="aa484947-4b2a-42b8-8419-1f990e4d59e7" providerId="ADAL" clId="{E8C17ABD-3273-49D0-BAC5-0A1AF5DC93E9}" dt="2025-10-02T04:19:14.335" v="7359" actId="207"/>
        <pc:sldMkLst>
          <pc:docMk/>
          <pc:sldMk cId="2107429071" sldId="290"/>
        </pc:sldMkLst>
        <pc:spChg chg="add del">
          <ac:chgData name="RUCAS" userId="aa484947-4b2a-42b8-8419-1f990e4d59e7" providerId="ADAL" clId="{E8C17ABD-3273-49D0-BAC5-0A1AF5DC93E9}" dt="2025-10-02T02:32:09.386" v="5786" actId="478"/>
          <ac:spMkLst>
            <pc:docMk/>
            <pc:sldMk cId="2107429071" sldId="290"/>
            <ac:spMk id="2" creationId="{A88962DE-DBF2-16CF-02CC-D1BCF4F6F903}"/>
          </ac:spMkLst>
        </pc:spChg>
        <pc:spChg chg="add del">
          <ac:chgData name="RUCAS" userId="aa484947-4b2a-42b8-8419-1f990e4d59e7" providerId="ADAL" clId="{E8C17ABD-3273-49D0-BAC5-0A1AF5DC93E9}" dt="2025-10-02T02:32:09.386" v="5786" actId="478"/>
          <ac:spMkLst>
            <pc:docMk/>
            <pc:sldMk cId="2107429071" sldId="290"/>
            <ac:spMk id="3" creationId="{714B1D3D-6510-7AEE-0BDD-9358676238B0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4" creationId="{095E990A-3117-C1E5-D2B7-1999B9A8C2E8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5" creationId="{662B9C18-0E47-E77E-2F78-86B8B13B7DF0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6" creationId="{5ED7E92E-954A-8C40-7DC8-0D5F2E1F7464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7" creationId="{79DA459B-86AB-6BB9-7418-F49B0647FDFC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8" creationId="{57A23AA3-765B-9986-88B5-D25325AF3836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9" creationId="{5BAF1D50-108D-19F5-6DC0-9370BD1B5D63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11" creationId="{3B8ABA2A-DEFE-6D01-D37B-53D26F991110}"/>
          </ac:spMkLst>
        </pc:spChg>
        <pc:spChg chg="add mod">
          <ac:chgData name="RUCAS" userId="aa484947-4b2a-42b8-8419-1f990e4d59e7" providerId="ADAL" clId="{E8C17ABD-3273-49D0-BAC5-0A1AF5DC93E9}" dt="2025-10-02T02:32:07.393" v="5785"/>
          <ac:spMkLst>
            <pc:docMk/>
            <pc:sldMk cId="2107429071" sldId="290"/>
            <ac:spMk id="12" creationId="{3AFA2964-31BB-CAAB-C33F-0ECD55B225B6}"/>
          </ac:spMkLst>
        </pc:spChg>
        <pc:spChg chg="add mod">
          <ac:chgData name="RUCAS" userId="aa484947-4b2a-42b8-8419-1f990e4d59e7" providerId="ADAL" clId="{E8C17ABD-3273-49D0-BAC5-0A1AF5DC93E9}" dt="2025-10-02T02:32:15.565" v="5802"/>
          <ac:spMkLst>
            <pc:docMk/>
            <pc:sldMk cId="2107429071" sldId="290"/>
            <ac:spMk id="13" creationId="{A43D3FCA-1354-18B2-D8D2-AF2E5B179A6F}"/>
          </ac:spMkLst>
        </pc:spChg>
        <pc:spChg chg="add mod">
          <ac:chgData name="RUCAS" userId="aa484947-4b2a-42b8-8419-1f990e4d59e7" providerId="ADAL" clId="{E8C17ABD-3273-49D0-BAC5-0A1AF5DC93E9}" dt="2025-10-02T04:19:14.335" v="7359" actId="207"/>
          <ac:spMkLst>
            <pc:docMk/>
            <pc:sldMk cId="2107429071" sldId="290"/>
            <ac:spMk id="14" creationId="{6C48E4CF-9BF1-BECE-A66A-F2B0A6752518}"/>
          </ac:spMkLst>
        </pc:spChg>
        <pc:spChg chg="add mod">
          <ac:chgData name="RUCAS" userId="aa484947-4b2a-42b8-8419-1f990e4d59e7" providerId="ADAL" clId="{E8C17ABD-3273-49D0-BAC5-0A1AF5DC93E9}" dt="2025-10-02T02:32:10.255" v="5787"/>
          <ac:spMkLst>
            <pc:docMk/>
            <pc:sldMk cId="2107429071" sldId="290"/>
            <ac:spMk id="15" creationId="{016F95F1-3623-B26B-A02B-6AADA016B4FE}"/>
          </ac:spMkLst>
        </pc:spChg>
        <pc:spChg chg="add mod">
          <ac:chgData name="RUCAS" userId="aa484947-4b2a-42b8-8419-1f990e4d59e7" providerId="ADAL" clId="{E8C17ABD-3273-49D0-BAC5-0A1AF5DC93E9}" dt="2025-10-02T02:32:10.255" v="5787"/>
          <ac:spMkLst>
            <pc:docMk/>
            <pc:sldMk cId="2107429071" sldId="290"/>
            <ac:spMk id="16" creationId="{E8B65FF4-F166-7A1E-7030-FE31B1842C9E}"/>
          </ac:spMkLst>
        </pc:spChg>
        <pc:spChg chg="add mod">
          <ac:chgData name="RUCAS" userId="aa484947-4b2a-42b8-8419-1f990e4d59e7" providerId="ADAL" clId="{E8C17ABD-3273-49D0-BAC5-0A1AF5DC93E9}" dt="2025-10-02T02:32:10.255" v="5787"/>
          <ac:spMkLst>
            <pc:docMk/>
            <pc:sldMk cId="2107429071" sldId="290"/>
            <ac:spMk id="17" creationId="{7434366A-D4DE-EFB5-78D1-69372568F0A3}"/>
          </ac:spMkLst>
        </pc:spChg>
        <pc:spChg chg="add mod">
          <ac:chgData name="RUCAS" userId="aa484947-4b2a-42b8-8419-1f990e4d59e7" providerId="ADAL" clId="{E8C17ABD-3273-49D0-BAC5-0A1AF5DC93E9}" dt="2025-10-02T02:32:21.242" v="5821"/>
          <ac:spMkLst>
            <pc:docMk/>
            <pc:sldMk cId="2107429071" sldId="290"/>
            <ac:spMk id="18" creationId="{54E36DE3-97D6-4C11-C70B-B6CB52A5B06A}"/>
          </ac:spMkLst>
        </pc:spChg>
        <pc:spChg chg="add mod">
          <ac:chgData name="RUCAS" userId="aa484947-4b2a-42b8-8419-1f990e4d59e7" providerId="ADAL" clId="{E8C17ABD-3273-49D0-BAC5-0A1AF5DC93E9}" dt="2025-10-02T02:32:10.255" v="5787"/>
          <ac:spMkLst>
            <pc:docMk/>
            <pc:sldMk cId="2107429071" sldId="290"/>
            <ac:spMk id="20" creationId="{1CE6D615-9D02-9375-8461-70398837A5D1}"/>
          </ac:spMkLst>
        </pc:spChg>
        <pc:spChg chg="add mod">
          <ac:chgData name="RUCAS" userId="aa484947-4b2a-42b8-8419-1f990e4d59e7" providerId="ADAL" clId="{E8C17ABD-3273-49D0-BAC5-0A1AF5DC93E9}" dt="2025-10-02T02:32:10.255" v="5787"/>
          <ac:spMkLst>
            <pc:docMk/>
            <pc:sldMk cId="2107429071" sldId="290"/>
            <ac:spMk id="21" creationId="{81EA4E4E-C02B-59EC-DCB4-35BFF5FEA025}"/>
          </ac:spMkLst>
        </pc:spChg>
        <pc:spChg chg="add mod">
          <ac:chgData name="RUCAS" userId="aa484947-4b2a-42b8-8419-1f990e4d59e7" providerId="ADAL" clId="{E8C17ABD-3273-49D0-BAC5-0A1AF5DC93E9}" dt="2025-10-02T02:35:55.090" v="5938"/>
          <ac:spMkLst>
            <pc:docMk/>
            <pc:sldMk cId="2107429071" sldId="290"/>
            <ac:spMk id="22" creationId="{D8C9C217-D836-ECA1-65A9-884EDC5B400F}"/>
          </ac:spMkLst>
        </pc:spChg>
        <pc:picChg chg="add mod">
          <ac:chgData name="RUCAS" userId="aa484947-4b2a-42b8-8419-1f990e4d59e7" providerId="ADAL" clId="{E8C17ABD-3273-49D0-BAC5-0A1AF5DC93E9}" dt="2025-10-02T02:32:07.393" v="5785"/>
          <ac:picMkLst>
            <pc:docMk/>
            <pc:sldMk cId="2107429071" sldId="290"/>
            <ac:picMk id="10" creationId="{AFC45B31-B9E0-B7B4-1B1E-BDCED8C5E01E}"/>
          </ac:picMkLst>
        </pc:picChg>
        <pc:picChg chg="add mod">
          <ac:chgData name="RUCAS" userId="aa484947-4b2a-42b8-8419-1f990e4d59e7" providerId="ADAL" clId="{E8C17ABD-3273-49D0-BAC5-0A1AF5DC93E9}" dt="2025-10-02T02:32:10.255" v="5787"/>
          <ac:picMkLst>
            <pc:docMk/>
            <pc:sldMk cId="2107429071" sldId="290"/>
            <ac:picMk id="19" creationId="{FD3114AF-CB3B-F7B0-5833-BA557FEC78B0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20:28.677" v="7372" actId="2085"/>
        <pc:sldMkLst>
          <pc:docMk/>
          <pc:sldMk cId="1646126493" sldId="291"/>
        </pc:sldMkLst>
        <pc:spChg chg="add mod">
          <ac:chgData name="RUCAS" userId="aa484947-4b2a-42b8-8419-1f990e4d59e7" providerId="ADAL" clId="{E8C17ABD-3273-49D0-BAC5-0A1AF5DC93E9}" dt="2025-10-02T02:46:48.674" v="6355"/>
          <ac:spMkLst>
            <pc:docMk/>
            <pc:sldMk cId="1646126493" sldId="291"/>
            <ac:spMk id="10" creationId="{DC12A040-8049-AB51-7AAF-1A8164A72BAC}"/>
          </ac:spMkLst>
        </pc:spChg>
        <pc:spChg chg="mod">
          <ac:chgData name="RUCAS" userId="aa484947-4b2a-42b8-8419-1f990e4d59e7" providerId="ADAL" clId="{E8C17ABD-3273-49D0-BAC5-0A1AF5DC93E9}" dt="2025-10-02T02:32:48.635" v="5860"/>
          <ac:spMkLst>
            <pc:docMk/>
            <pc:sldMk cId="1646126493" sldId="291"/>
            <ac:spMk id="13" creationId="{DC45F403-D95E-3E49-5014-8A8A74A2B716}"/>
          </ac:spMkLst>
        </pc:spChg>
        <pc:spChg chg="mod">
          <ac:chgData name="RUCAS" userId="aa484947-4b2a-42b8-8419-1f990e4d59e7" providerId="ADAL" clId="{E8C17ABD-3273-49D0-BAC5-0A1AF5DC93E9}" dt="2025-10-02T04:19:18" v="7360" actId="207"/>
          <ac:spMkLst>
            <pc:docMk/>
            <pc:sldMk cId="1646126493" sldId="291"/>
            <ac:spMk id="17" creationId="{EDC74B86-BBE6-4ADD-132A-27F8010372C4}"/>
          </ac:spMkLst>
        </pc:spChg>
        <pc:spChg chg="mod">
          <ac:chgData name="RUCAS" userId="aa484947-4b2a-42b8-8419-1f990e4d59e7" providerId="ADAL" clId="{E8C17ABD-3273-49D0-BAC5-0A1AF5DC93E9}" dt="2025-10-02T02:47:34.754" v="6368"/>
          <ac:spMkLst>
            <pc:docMk/>
            <pc:sldMk cId="1646126493" sldId="291"/>
            <ac:spMk id="18" creationId="{E657D03F-7665-9292-AB6E-5946DCD8B43E}"/>
          </ac:spMkLst>
        </pc:spChg>
        <pc:spChg chg="del">
          <ac:chgData name="RUCAS" userId="aa484947-4b2a-42b8-8419-1f990e4d59e7" providerId="ADAL" clId="{E8C17ABD-3273-49D0-BAC5-0A1AF5DC93E9}" dt="2025-10-02T02:33:21.391" v="5873" actId="21"/>
          <ac:spMkLst>
            <pc:docMk/>
            <pc:sldMk cId="1646126493" sldId="291"/>
            <ac:spMk id="22" creationId="{9BC0869D-88E1-4DB2-8928-02748EB1F40E}"/>
          </ac:spMkLst>
        </pc:spChg>
        <pc:spChg chg="add mod">
          <ac:chgData name="RUCAS" userId="aa484947-4b2a-42b8-8419-1f990e4d59e7" providerId="ADAL" clId="{E8C17ABD-3273-49D0-BAC5-0A1AF5DC93E9}" dt="2025-10-02T02:46:37.146" v="6327" actId="2085"/>
          <ac:spMkLst>
            <pc:docMk/>
            <pc:sldMk cId="1646126493" sldId="291"/>
            <ac:spMk id="23" creationId="{2A3A8298-8049-229A-135F-3D04DC9B60E4}"/>
          </ac:spMkLst>
        </pc:spChg>
        <pc:spChg chg="add del mod">
          <ac:chgData name="RUCAS" userId="aa484947-4b2a-42b8-8419-1f990e4d59e7" providerId="ADAL" clId="{E8C17ABD-3273-49D0-BAC5-0A1AF5DC93E9}" dt="2025-10-02T02:48:01.135" v="6395" actId="21"/>
          <ac:spMkLst>
            <pc:docMk/>
            <pc:sldMk cId="1646126493" sldId="291"/>
            <ac:spMk id="24" creationId="{992BF7F3-5ADA-4039-D8BA-24238E0D3F50}"/>
          </ac:spMkLst>
        </pc:spChg>
        <pc:spChg chg="add del mod">
          <ac:chgData name="RUCAS" userId="aa484947-4b2a-42b8-8419-1f990e4d59e7" providerId="ADAL" clId="{E8C17ABD-3273-49D0-BAC5-0A1AF5DC93E9}" dt="2025-10-02T02:47:59.999" v="6394" actId="21"/>
          <ac:spMkLst>
            <pc:docMk/>
            <pc:sldMk cId="1646126493" sldId="291"/>
            <ac:spMk id="25" creationId="{5BA1A224-D7CD-76C4-11D8-003FA92AC4BA}"/>
          </ac:spMkLst>
        </pc:spChg>
        <pc:spChg chg="add del mod">
          <ac:chgData name="RUCAS" userId="aa484947-4b2a-42b8-8419-1f990e4d59e7" providerId="ADAL" clId="{E8C17ABD-3273-49D0-BAC5-0A1AF5DC93E9}" dt="2025-10-02T02:47:59.999" v="6394" actId="21"/>
          <ac:spMkLst>
            <pc:docMk/>
            <pc:sldMk cId="1646126493" sldId="291"/>
            <ac:spMk id="26" creationId="{20B43346-BEF9-1023-9410-7FF3C178D3A8}"/>
          </ac:spMkLst>
        </pc:spChg>
        <pc:spChg chg="add mod">
          <ac:chgData name="RUCAS" userId="aa484947-4b2a-42b8-8419-1f990e4d59e7" providerId="ADAL" clId="{E8C17ABD-3273-49D0-BAC5-0A1AF5DC93E9}" dt="2025-10-02T04:20:28.677" v="7372" actId="2085"/>
          <ac:spMkLst>
            <pc:docMk/>
            <pc:sldMk cId="1646126493" sldId="291"/>
            <ac:spMk id="27" creationId="{2D3E53A3-1ECD-D0CE-6F10-7137A0C2F8E9}"/>
          </ac:spMkLst>
        </pc:spChg>
        <pc:picChg chg="add del mod">
          <ac:chgData name="RUCAS" userId="aa484947-4b2a-42b8-8419-1f990e4d59e7" providerId="ADAL" clId="{E8C17ABD-3273-49D0-BAC5-0A1AF5DC93E9}" dt="2025-10-02T02:35:27.642" v="5885" actId="478"/>
          <ac:picMkLst>
            <pc:docMk/>
            <pc:sldMk cId="1646126493" sldId="291"/>
            <ac:picMk id="3" creationId="{2F1EFFD2-241F-E5A2-1A82-A40A7E049109}"/>
          </ac:picMkLst>
        </pc:picChg>
        <pc:picChg chg="add del mod">
          <ac:chgData name="RUCAS" userId="aa484947-4b2a-42b8-8419-1f990e4d59e7" providerId="ADAL" clId="{E8C17ABD-3273-49D0-BAC5-0A1AF5DC93E9}" dt="2025-10-02T02:35:28.956" v="5887" actId="21"/>
          <ac:picMkLst>
            <pc:docMk/>
            <pc:sldMk cId="1646126493" sldId="291"/>
            <ac:picMk id="5" creationId="{95E1D0F6-F8A6-9BA1-2A58-316EBACF30ED}"/>
          </ac:picMkLst>
        </pc:picChg>
        <pc:picChg chg="add del mod">
          <ac:chgData name="RUCAS" userId="aa484947-4b2a-42b8-8419-1f990e4d59e7" providerId="ADAL" clId="{E8C17ABD-3273-49D0-BAC5-0A1AF5DC93E9}" dt="2025-10-02T02:35:20.155" v="5883" actId="22"/>
          <ac:picMkLst>
            <pc:docMk/>
            <pc:sldMk cId="1646126493" sldId="291"/>
            <ac:picMk id="7" creationId="{3D6328C7-3FE3-03E9-3F48-CF023686B289}"/>
          </ac:picMkLst>
        </pc:picChg>
        <pc:picChg chg="add del mod">
          <ac:chgData name="RUCAS" userId="aa484947-4b2a-42b8-8419-1f990e4d59e7" providerId="ADAL" clId="{E8C17ABD-3273-49D0-BAC5-0A1AF5DC93E9}" dt="2025-10-02T02:46:23.595" v="6319" actId="478"/>
          <ac:picMkLst>
            <pc:docMk/>
            <pc:sldMk cId="1646126493" sldId="291"/>
            <ac:picMk id="9" creationId="{776F147C-8B5A-CC8A-5113-FA90843796D6}"/>
          </ac:picMkLst>
        </pc:picChg>
        <pc:picChg chg="add mod">
          <ac:chgData name="RUCAS" userId="aa484947-4b2a-42b8-8419-1f990e4d59e7" providerId="ADAL" clId="{E8C17ABD-3273-49D0-BAC5-0A1AF5DC93E9}" dt="2025-10-02T02:46:29.394" v="6323" actId="14100"/>
          <ac:picMkLst>
            <pc:docMk/>
            <pc:sldMk cId="1646126493" sldId="291"/>
            <ac:picMk id="12" creationId="{160F9EA1-B008-8B3F-DF44-256A38C7800B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19:30.773" v="7361" actId="207"/>
        <pc:sldMkLst>
          <pc:docMk/>
          <pc:sldMk cId="1301591752" sldId="292"/>
        </pc:sldMkLst>
        <pc:spChg chg="del mod">
          <ac:chgData name="RUCAS" userId="aa484947-4b2a-42b8-8419-1f990e4d59e7" providerId="ADAL" clId="{E8C17ABD-3273-49D0-BAC5-0A1AF5DC93E9}" dt="2025-10-02T02:36:46.653" v="6024" actId="21"/>
          <ac:spMkLst>
            <pc:docMk/>
            <pc:sldMk cId="1301591752" sldId="292"/>
            <ac:spMk id="4" creationId="{E726A4F8-C676-1838-733B-A4DCE3E5AF6F}"/>
          </ac:spMkLst>
        </pc:spChg>
        <pc:spChg chg="add mod">
          <ac:chgData name="RUCAS" userId="aa484947-4b2a-42b8-8419-1f990e4d59e7" providerId="ADAL" clId="{E8C17ABD-3273-49D0-BAC5-0A1AF5DC93E9}" dt="2025-10-02T02:36:50.994" v="6032"/>
          <ac:spMkLst>
            <pc:docMk/>
            <pc:sldMk cId="1301591752" sldId="292"/>
            <ac:spMk id="6" creationId="{F3CD9B60-0882-5F9C-FAFA-2DEF8958EEDB}"/>
          </ac:spMkLst>
        </pc:spChg>
        <pc:spChg chg="add del mod">
          <ac:chgData name="RUCAS" userId="aa484947-4b2a-42b8-8419-1f990e4d59e7" providerId="ADAL" clId="{E8C17ABD-3273-49D0-BAC5-0A1AF5DC93E9}" dt="2025-10-02T02:48:11.484" v="6396" actId="478"/>
          <ac:spMkLst>
            <pc:docMk/>
            <pc:sldMk cId="1301591752" sldId="292"/>
            <ac:spMk id="7" creationId="{A499E1D1-5F80-D8BE-8DC7-42F7C319E5FF}"/>
          </ac:spMkLst>
        </pc:spChg>
        <pc:spChg chg="add mod">
          <ac:chgData name="RUCAS" userId="aa484947-4b2a-42b8-8419-1f990e4d59e7" providerId="ADAL" clId="{E8C17ABD-3273-49D0-BAC5-0A1AF5DC93E9}" dt="2025-10-02T02:48:15.478" v="6398" actId="207"/>
          <ac:spMkLst>
            <pc:docMk/>
            <pc:sldMk cId="1301591752" sldId="292"/>
            <ac:spMk id="8" creationId="{D68ADA08-2C09-6959-E700-55F53F21E1E6}"/>
          </ac:spMkLst>
        </pc:spChg>
        <pc:spChg chg="del">
          <ac:chgData name="RUCAS" userId="aa484947-4b2a-42b8-8419-1f990e4d59e7" providerId="ADAL" clId="{E8C17ABD-3273-49D0-BAC5-0A1AF5DC93E9}" dt="2025-10-02T02:36:07.709" v="5955" actId="21"/>
          <ac:spMkLst>
            <pc:docMk/>
            <pc:sldMk cId="1301591752" sldId="292"/>
            <ac:spMk id="10" creationId="{62EC3E1B-E9C5-C059-1586-488A62BAA3F4}"/>
          </ac:spMkLst>
        </pc:spChg>
        <pc:spChg chg="add mod">
          <ac:chgData name="RUCAS" userId="aa484947-4b2a-42b8-8419-1f990e4d59e7" providerId="ADAL" clId="{E8C17ABD-3273-49D0-BAC5-0A1AF5DC93E9}" dt="2025-10-02T02:48:15.478" v="6398" actId="207"/>
          <ac:spMkLst>
            <pc:docMk/>
            <pc:sldMk cId="1301591752" sldId="292"/>
            <ac:spMk id="11" creationId="{8C929637-A635-2036-7C15-FA45EB875097}"/>
          </ac:spMkLst>
        </pc:spChg>
        <pc:spChg chg="mod">
          <ac:chgData name="RUCAS" userId="aa484947-4b2a-42b8-8419-1f990e4d59e7" providerId="ADAL" clId="{E8C17ABD-3273-49D0-BAC5-0A1AF5DC93E9}" dt="2025-10-02T02:36:05.401" v="5953"/>
          <ac:spMkLst>
            <pc:docMk/>
            <pc:sldMk cId="1301591752" sldId="292"/>
            <ac:spMk id="13" creationId="{7E5ED7AB-8A44-C778-089C-8F36C952A757}"/>
          </ac:spMkLst>
        </pc:spChg>
        <pc:spChg chg="mod">
          <ac:chgData name="RUCAS" userId="aa484947-4b2a-42b8-8419-1f990e4d59e7" providerId="ADAL" clId="{E8C17ABD-3273-49D0-BAC5-0A1AF5DC93E9}" dt="2025-10-02T04:19:30.773" v="7361" actId="207"/>
          <ac:spMkLst>
            <pc:docMk/>
            <pc:sldMk cId="1301591752" sldId="292"/>
            <ac:spMk id="16" creationId="{E3F85CB2-0530-59DE-0E4C-5C518B4B374D}"/>
          </ac:spMkLst>
        </pc:spChg>
        <pc:spChg chg="mod">
          <ac:chgData name="RUCAS" userId="aa484947-4b2a-42b8-8419-1f990e4d59e7" providerId="ADAL" clId="{E8C17ABD-3273-49D0-BAC5-0A1AF5DC93E9}" dt="2025-10-02T02:48:19.974" v="6399" actId="207"/>
          <ac:spMkLst>
            <pc:docMk/>
            <pc:sldMk cId="1301591752" sldId="292"/>
            <ac:spMk id="18" creationId="{4B9121A9-9DF7-8EB3-7AA7-061812D1ECDF}"/>
          </ac:spMkLst>
        </pc:spChg>
        <pc:grpChg chg="add mod">
          <ac:chgData name="RUCAS" userId="aa484947-4b2a-42b8-8419-1f990e4d59e7" providerId="ADAL" clId="{E8C17ABD-3273-49D0-BAC5-0A1AF5DC93E9}" dt="2025-10-02T02:36:33.414" v="5991" actId="1076"/>
          <ac:grpSpMkLst>
            <pc:docMk/>
            <pc:sldMk cId="1301591752" sldId="292"/>
            <ac:grpSpMk id="2" creationId="{49F649FC-167A-80DA-88DC-D2CE72C87F0B}"/>
          </ac:grpSpMkLst>
        </pc:grpChg>
        <pc:picChg chg="mod">
          <ac:chgData name="RUCAS" userId="aa484947-4b2a-42b8-8419-1f990e4d59e7" providerId="ADAL" clId="{E8C17ABD-3273-49D0-BAC5-0A1AF5DC93E9}" dt="2025-10-02T02:36:30.399" v="5989"/>
          <ac:picMkLst>
            <pc:docMk/>
            <pc:sldMk cId="1301591752" sldId="292"/>
            <ac:picMk id="3" creationId="{1736375D-3B5B-826B-46A0-AA52DF4E524E}"/>
          </ac:picMkLst>
        </pc:picChg>
        <pc:picChg chg="mod">
          <ac:chgData name="RUCAS" userId="aa484947-4b2a-42b8-8419-1f990e4d59e7" providerId="ADAL" clId="{E8C17ABD-3273-49D0-BAC5-0A1AF5DC93E9}" dt="2025-10-02T02:36:30.399" v="5989"/>
          <ac:picMkLst>
            <pc:docMk/>
            <pc:sldMk cId="1301591752" sldId="292"/>
            <ac:picMk id="5" creationId="{F4076E75-3E60-6C84-9067-C66ED09ED53E}"/>
          </ac:picMkLst>
        </pc:picChg>
        <pc:picChg chg="del">
          <ac:chgData name="RUCAS" userId="aa484947-4b2a-42b8-8419-1f990e4d59e7" providerId="ADAL" clId="{E8C17ABD-3273-49D0-BAC5-0A1AF5DC93E9}" dt="2025-10-02T02:36:06.944" v="5954" actId="21"/>
          <ac:picMkLst>
            <pc:docMk/>
            <pc:sldMk cId="1301591752" sldId="292"/>
            <ac:picMk id="9" creationId="{515CA6A4-5924-13F0-A67E-4833A0AE4587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19:35.566" v="7362" actId="207"/>
        <pc:sldMkLst>
          <pc:docMk/>
          <pc:sldMk cId="501847001" sldId="293"/>
        </pc:sldMkLst>
        <pc:spChg chg="add mod">
          <ac:chgData name="RUCAS" userId="aa484947-4b2a-42b8-8419-1f990e4d59e7" providerId="ADAL" clId="{E8C17ABD-3273-49D0-BAC5-0A1AF5DC93E9}" dt="2025-10-02T02:38:16.225" v="6062" actId="14100"/>
          <ac:spMkLst>
            <pc:docMk/>
            <pc:sldMk cId="501847001" sldId="293"/>
            <ac:spMk id="4" creationId="{B128E448-4B0C-C96E-5313-F19E1148D3A3}"/>
          </ac:spMkLst>
        </pc:spChg>
        <pc:spChg chg="del">
          <ac:chgData name="RUCAS" userId="aa484947-4b2a-42b8-8419-1f990e4d59e7" providerId="ADAL" clId="{E8C17ABD-3273-49D0-BAC5-0A1AF5DC93E9}" dt="2025-10-02T02:37:24.299" v="6054" actId="478"/>
          <ac:spMkLst>
            <pc:docMk/>
            <pc:sldMk cId="501847001" sldId="293"/>
            <ac:spMk id="6" creationId="{89079219-EFF8-335A-2630-E8AE3F502D45}"/>
          </ac:spMkLst>
        </pc:spChg>
        <pc:spChg chg="mod">
          <ac:chgData name="RUCAS" userId="aa484947-4b2a-42b8-8419-1f990e4d59e7" providerId="ADAL" clId="{E8C17ABD-3273-49D0-BAC5-0A1AF5DC93E9}" dt="2025-10-02T02:42:18.387" v="6192"/>
          <ac:spMkLst>
            <pc:docMk/>
            <pc:sldMk cId="501847001" sldId="293"/>
            <ac:spMk id="7" creationId="{77677560-C2E6-14C4-00B5-C662AD40C7DC}"/>
          </ac:spMkLst>
        </pc:spChg>
        <pc:spChg chg="add mod">
          <ac:chgData name="RUCAS" userId="aa484947-4b2a-42b8-8419-1f990e4d59e7" providerId="ADAL" clId="{E8C17ABD-3273-49D0-BAC5-0A1AF5DC93E9}" dt="2025-10-02T02:38:20.647" v="6069"/>
          <ac:spMkLst>
            <pc:docMk/>
            <pc:sldMk cId="501847001" sldId="293"/>
            <ac:spMk id="8" creationId="{FCA3BF99-ABCE-4C33-7EFF-CDCB4F5C123A}"/>
          </ac:spMkLst>
        </pc:spChg>
        <pc:spChg chg="add mod">
          <ac:chgData name="RUCAS" userId="aa484947-4b2a-42b8-8419-1f990e4d59e7" providerId="ADAL" clId="{E8C17ABD-3273-49D0-BAC5-0A1AF5DC93E9}" dt="2025-10-02T02:38:46.411" v="6104" actId="20577"/>
          <ac:spMkLst>
            <pc:docMk/>
            <pc:sldMk cId="501847001" sldId="293"/>
            <ac:spMk id="9" creationId="{27207763-A68F-4EA8-231A-A0BEDB864BE5}"/>
          </ac:spMkLst>
        </pc:spChg>
        <pc:spChg chg="add mod">
          <ac:chgData name="RUCAS" userId="aa484947-4b2a-42b8-8419-1f990e4d59e7" providerId="ADAL" clId="{E8C17ABD-3273-49D0-BAC5-0A1AF5DC93E9}" dt="2025-10-02T02:38:49.300" v="6105" actId="1076"/>
          <ac:spMkLst>
            <pc:docMk/>
            <pc:sldMk cId="501847001" sldId="293"/>
            <ac:spMk id="10" creationId="{9234EEC8-F55D-F983-A003-F7643942A724}"/>
          </ac:spMkLst>
        </pc:spChg>
        <pc:spChg chg="add del mod">
          <ac:chgData name="RUCAS" userId="aa484947-4b2a-42b8-8419-1f990e4d59e7" providerId="ADAL" clId="{E8C17ABD-3273-49D0-BAC5-0A1AF5DC93E9}" dt="2025-10-02T02:40:32.206" v="6124" actId="21"/>
          <ac:spMkLst>
            <pc:docMk/>
            <pc:sldMk cId="501847001" sldId="293"/>
            <ac:spMk id="11" creationId="{282BEA0C-E8DC-6F49-91F9-74B788BC71C3}"/>
          </ac:spMkLst>
        </pc:spChg>
        <pc:spChg chg="add mod">
          <ac:chgData name="RUCAS" userId="aa484947-4b2a-42b8-8419-1f990e4d59e7" providerId="ADAL" clId="{E8C17ABD-3273-49D0-BAC5-0A1AF5DC93E9}" dt="2025-10-02T02:39:36.325" v="6119" actId="1076"/>
          <ac:spMkLst>
            <pc:docMk/>
            <pc:sldMk cId="501847001" sldId="293"/>
            <ac:spMk id="12" creationId="{255E264B-94A5-FB63-17BE-6E465CE68D4D}"/>
          </ac:spMkLst>
        </pc:spChg>
        <pc:spChg chg="mod">
          <ac:chgData name="RUCAS" userId="aa484947-4b2a-42b8-8419-1f990e4d59e7" providerId="ADAL" clId="{E8C17ABD-3273-49D0-BAC5-0A1AF5DC93E9}" dt="2025-10-02T04:19:35.566" v="7362" actId="207"/>
          <ac:spMkLst>
            <pc:docMk/>
            <pc:sldMk cId="501847001" sldId="293"/>
            <ac:spMk id="16" creationId="{349C373D-EA17-ACA9-D15B-3C856EC78697}"/>
          </ac:spMkLst>
        </pc:spChg>
        <pc:spChg chg="add mod">
          <ac:chgData name="RUCAS" userId="aa484947-4b2a-42b8-8419-1f990e4d59e7" providerId="ADAL" clId="{E8C17ABD-3273-49D0-BAC5-0A1AF5DC93E9}" dt="2025-10-02T02:39:33.859" v="6118" actId="1076"/>
          <ac:spMkLst>
            <pc:docMk/>
            <pc:sldMk cId="501847001" sldId="293"/>
            <ac:spMk id="22" creationId="{1B1C384F-AE09-259C-2860-0F8187695723}"/>
          </ac:spMkLst>
        </pc:spChg>
        <pc:spChg chg="add mod">
          <ac:chgData name="RUCAS" userId="aa484947-4b2a-42b8-8419-1f990e4d59e7" providerId="ADAL" clId="{E8C17ABD-3273-49D0-BAC5-0A1AF5DC93E9}" dt="2025-10-02T02:39:38.110" v="6120" actId="1076"/>
          <ac:spMkLst>
            <pc:docMk/>
            <pc:sldMk cId="501847001" sldId="293"/>
            <ac:spMk id="23" creationId="{982D9322-81C3-B70E-E60C-A54364CB70FC}"/>
          </ac:spMkLst>
        </pc:spChg>
        <pc:spChg chg="add mod">
          <ac:chgData name="RUCAS" userId="aa484947-4b2a-42b8-8419-1f990e4d59e7" providerId="ADAL" clId="{E8C17ABD-3273-49D0-BAC5-0A1AF5DC93E9}" dt="2025-10-02T02:42:33.341" v="6195" actId="207"/>
          <ac:spMkLst>
            <pc:docMk/>
            <pc:sldMk cId="501847001" sldId="293"/>
            <ac:spMk id="25" creationId="{8F29D2D7-7578-26DC-552C-F23CA4BAFF2B}"/>
          </ac:spMkLst>
        </pc:spChg>
        <pc:grpChg chg="del">
          <ac:chgData name="RUCAS" userId="aa484947-4b2a-42b8-8419-1f990e4d59e7" providerId="ADAL" clId="{E8C17ABD-3273-49D0-BAC5-0A1AF5DC93E9}" dt="2025-10-02T02:37:24.299" v="6054" actId="478"/>
          <ac:grpSpMkLst>
            <pc:docMk/>
            <pc:sldMk cId="501847001" sldId="293"/>
            <ac:grpSpMk id="2" creationId="{CAB12A75-9BFF-271B-2F62-B18445C1596A}"/>
          </ac:grpSpMkLst>
        </pc:grpChg>
        <pc:picChg chg="add mod">
          <ac:chgData name="RUCAS" userId="aa484947-4b2a-42b8-8419-1f990e4d59e7" providerId="ADAL" clId="{E8C17ABD-3273-49D0-BAC5-0A1AF5DC93E9}" dt="2025-10-02T02:41:37.008" v="6135" actId="14100"/>
          <ac:picMkLst>
            <pc:docMk/>
            <pc:sldMk cId="501847001" sldId="293"/>
            <ac:picMk id="24" creationId="{552B9E54-351C-AB5F-1040-3ED343CD4DC5}"/>
          </ac:picMkLst>
        </pc:picChg>
      </pc:sldChg>
      <pc:sldChg chg="addSp delSp modSp new mod">
        <pc:chgData name="RUCAS" userId="aa484947-4b2a-42b8-8419-1f990e4d59e7" providerId="ADAL" clId="{E8C17ABD-3273-49D0-BAC5-0A1AF5DC93E9}" dt="2025-10-02T03:50:13.545" v="6447" actId="6549"/>
        <pc:sldMkLst>
          <pc:docMk/>
          <pc:sldMk cId="382463922" sldId="294"/>
        </pc:sldMkLst>
        <pc:spChg chg="del">
          <ac:chgData name="RUCAS" userId="aa484947-4b2a-42b8-8419-1f990e4d59e7" providerId="ADAL" clId="{E8C17ABD-3273-49D0-BAC5-0A1AF5DC93E9}" dt="2025-10-02T02:40:44.299" v="6129" actId="478"/>
          <ac:spMkLst>
            <pc:docMk/>
            <pc:sldMk cId="382463922" sldId="294"/>
            <ac:spMk id="2" creationId="{BDE60248-9279-77D5-D149-6FA4471FDD1C}"/>
          </ac:spMkLst>
        </pc:spChg>
        <pc:spChg chg="del">
          <ac:chgData name="RUCAS" userId="aa484947-4b2a-42b8-8419-1f990e4d59e7" providerId="ADAL" clId="{E8C17ABD-3273-49D0-BAC5-0A1AF5DC93E9}" dt="2025-10-02T02:40:44.299" v="6129" actId="478"/>
          <ac:spMkLst>
            <pc:docMk/>
            <pc:sldMk cId="382463922" sldId="294"/>
            <ac:spMk id="3" creationId="{84751F12-19C9-E8E6-11C0-D056ADF1C006}"/>
          </ac:spMkLst>
        </pc:spChg>
        <pc:spChg chg="add mod">
          <ac:chgData name="RUCAS" userId="aa484947-4b2a-42b8-8419-1f990e4d59e7" providerId="ADAL" clId="{E8C17ABD-3273-49D0-BAC5-0A1AF5DC93E9}" dt="2025-10-02T03:50:01.366" v="6444"/>
          <ac:spMkLst>
            <pc:docMk/>
            <pc:sldMk cId="382463922" sldId="294"/>
            <ac:spMk id="4" creationId="{681346DC-2033-2A36-6F7F-348197D1BDD0}"/>
          </ac:spMkLst>
        </pc:spChg>
        <pc:spChg chg="add mod">
          <ac:chgData name="RUCAS" userId="aa484947-4b2a-42b8-8419-1f990e4d59e7" providerId="ADAL" clId="{E8C17ABD-3273-49D0-BAC5-0A1AF5DC93E9}" dt="2025-10-02T03:50:13.545" v="6447" actId="6549"/>
          <ac:spMkLst>
            <pc:docMk/>
            <pc:sldMk cId="382463922" sldId="294"/>
            <ac:spMk id="5" creationId="{B86C9D99-4022-302C-DD34-AAC21DD4BC2E}"/>
          </ac:spMkLst>
        </pc:spChg>
        <pc:spChg chg="add del mod">
          <ac:chgData name="RUCAS" userId="aa484947-4b2a-42b8-8419-1f990e4d59e7" providerId="ADAL" clId="{E8C17ABD-3273-49D0-BAC5-0A1AF5DC93E9}" dt="2025-10-02T03:50:02.357" v="6445" actId="21"/>
          <ac:spMkLst>
            <pc:docMk/>
            <pc:sldMk cId="382463922" sldId="294"/>
            <ac:spMk id="11" creationId="{282BEA0C-E8DC-6F49-91F9-74B788BC71C3}"/>
          </ac:spMkLst>
        </pc:spChg>
      </pc:sldChg>
      <pc:sldChg chg="addSp delSp modSp add mod">
        <pc:chgData name="RUCAS" userId="aa484947-4b2a-42b8-8419-1f990e4d59e7" providerId="ADAL" clId="{E8C17ABD-3273-49D0-BAC5-0A1AF5DC93E9}" dt="2025-10-02T04:19:37.704" v="7363" actId="207"/>
        <pc:sldMkLst>
          <pc:docMk/>
          <pc:sldMk cId="3095363680" sldId="295"/>
        </pc:sldMkLst>
        <pc:spChg chg="add del mod">
          <ac:chgData name="RUCAS" userId="aa484947-4b2a-42b8-8419-1f990e4d59e7" providerId="ADAL" clId="{E8C17ABD-3273-49D0-BAC5-0A1AF5DC93E9}" dt="2025-10-02T02:44:15.359" v="6239" actId="21"/>
          <ac:spMkLst>
            <pc:docMk/>
            <pc:sldMk cId="3095363680" sldId="295"/>
            <ac:spMk id="5" creationId="{E6180770-C997-8D5E-CD81-A00405FBDB81}"/>
          </ac:spMkLst>
        </pc:spChg>
        <pc:spChg chg="mod">
          <ac:chgData name="RUCAS" userId="aa484947-4b2a-42b8-8419-1f990e4d59e7" providerId="ADAL" clId="{E8C17ABD-3273-49D0-BAC5-0A1AF5DC93E9}" dt="2025-10-02T02:42:36.967" v="6196" actId="207"/>
          <ac:spMkLst>
            <pc:docMk/>
            <pc:sldMk cId="3095363680" sldId="295"/>
            <ac:spMk id="7" creationId="{BD8C9C77-CC36-96BD-ED94-890F40C70B0E}"/>
          </ac:spMkLst>
        </pc:spChg>
        <pc:spChg chg="del">
          <ac:chgData name="RUCAS" userId="aa484947-4b2a-42b8-8419-1f990e4d59e7" providerId="ADAL" clId="{E8C17ABD-3273-49D0-BAC5-0A1AF5DC93E9}" dt="2025-10-02T02:43:15.627" v="6200" actId="478"/>
          <ac:spMkLst>
            <pc:docMk/>
            <pc:sldMk cId="3095363680" sldId="295"/>
            <ac:spMk id="9" creationId="{859B585A-6EBD-8E0F-656A-45A2D7E72ABD}"/>
          </ac:spMkLst>
        </pc:spChg>
        <pc:spChg chg="del">
          <ac:chgData name="RUCAS" userId="aa484947-4b2a-42b8-8419-1f990e4d59e7" providerId="ADAL" clId="{E8C17ABD-3273-49D0-BAC5-0A1AF5DC93E9}" dt="2025-10-02T02:43:13.963" v="6199" actId="478"/>
          <ac:spMkLst>
            <pc:docMk/>
            <pc:sldMk cId="3095363680" sldId="295"/>
            <ac:spMk id="10" creationId="{BC3F3DED-D555-A916-6E49-840199265A90}"/>
          </ac:spMkLst>
        </pc:spChg>
        <pc:spChg chg="add mod">
          <ac:chgData name="RUCAS" userId="aa484947-4b2a-42b8-8419-1f990e4d59e7" providerId="ADAL" clId="{E8C17ABD-3273-49D0-BAC5-0A1AF5DC93E9}" dt="2025-10-02T02:44:54.161" v="6274" actId="1076"/>
          <ac:spMkLst>
            <pc:docMk/>
            <pc:sldMk cId="3095363680" sldId="295"/>
            <ac:spMk id="11" creationId="{318C9DDA-273D-119F-0749-8C1EEAF2F46E}"/>
          </ac:spMkLst>
        </pc:spChg>
        <pc:spChg chg="del">
          <ac:chgData name="RUCAS" userId="aa484947-4b2a-42b8-8419-1f990e4d59e7" providerId="ADAL" clId="{E8C17ABD-3273-49D0-BAC5-0A1AF5DC93E9}" dt="2025-10-02T02:43:26.671" v="6203" actId="21"/>
          <ac:spMkLst>
            <pc:docMk/>
            <pc:sldMk cId="3095363680" sldId="295"/>
            <ac:spMk id="12" creationId="{6BC3B995-2DFE-C38A-DCE3-CB9A1296B4BE}"/>
          </ac:spMkLst>
        </pc:spChg>
        <pc:spChg chg="mod">
          <ac:chgData name="RUCAS" userId="aa484947-4b2a-42b8-8419-1f990e4d59e7" providerId="ADAL" clId="{E8C17ABD-3273-49D0-BAC5-0A1AF5DC93E9}" dt="2025-10-02T04:19:37.704" v="7363" actId="207"/>
          <ac:spMkLst>
            <pc:docMk/>
            <pc:sldMk cId="3095363680" sldId="295"/>
            <ac:spMk id="16" creationId="{76B6F3AD-CBC6-A274-71A2-0120529BC5D3}"/>
          </ac:spMkLst>
        </pc:spChg>
        <pc:spChg chg="del">
          <ac:chgData name="RUCAS" userId="aa484947-4b2a-42b8-8419-1f990e4d59e7" providerId="ADAL" clId="{E8C17ABD-3273-49D0-BAC5-0A1AF5DC93E9}" dt="2025-10-02T02:43:26.671" v="6203" actId="21"/>
          <ac:spMkLst>
            <pc:docMk/>
            <pc:sldMk cId="3095363680" sldId="295"/>
            <ac:spMk id="22" creationId="{F04592BF-C521-B6AC-4533-716CBD144786}"/>
          </ac:spMkLst>
        </pc:spChg>
        <pc:spChg chg="del">
          <ac:chgData name="RUCAS" userId="aa484947-4b2a-42b8-8419-1f990e4d59e7" providerId="ADAL" clId="{E8C17ABD-3273-49D0-BAC5-0A1AF5DC93E9}" dt="2025-10-02T02:43:26.671" v="6203" actId="21"/>
          <ac:spMkLst>
            <pc:docMk/>
            <pc:sldMk cId="3095363680" sldId="295"/>
            <ac:spMk id="23" creationId="{DFE34E35-21B5-3FF7-CC79-631BE100511C}"/>
          </ac:spMkLst>
        </pc:spChg>
        <pc:spChg chg="mod">
          <ac:chgData name="RUCAS" userId="aa484947-4b2a-42b8-8419-1f990e4d59e7" providerId="ADAL" clId="{E8C17ABD-3273-49D0-BAC5-0A1AF5DC93E9}" dt="2025-10-02T02:42:40.329" v="6197" actId="207"/>
          <ac:spMkLst>
            <pc:docMk/>
            <pc:sldMk cId="3095363680" sldId="295"/>
            <ac:spMk id="25" creationId="{22035F31-58D7-0662-0DE5-02D6D117A3D5}"/>
          </ac:spMkLst>
        </pc:spChg>
        <pc:picChg chg="add del mod">
          <ac:chgData name="RUCAS" userId="aa484947-4b2a-42b8-8419-1f990e4d59e7" providerId="ADAL" clId="{E8C17ABD-3273-49D0-BAC5-0A1AF5DC93E9}" dt="2025-10-02T02:44:15.359" v="6239" actId="21"/>
          <ac:picMkLst>
            <pc:docMk/>
            <pc:sldMk cId="3095363680" sldId="295"/>
            <ac:picMk id="2" creationId="{AD490E26-6E4C-FBBB-78A3-29A938387A36}"/>
          </ac:picMkLst>
        </pc:picChg>
        <pc:picChg chg="add del mod">
          <ac:chgData name="RUCAS" userId="aa484947-4b2a-42b8-8419-1f990e4d59e7" providerId="ADAL" clId="{E8C17ABD-3273-49D0-BAC5-0A1AF5DC93E9}" dt="2025-10-02T02:44:15.359" v="6239" actId="21"/>
          <ac:picMkLst>
            <pc:docMk/>
            <pc:sldMk cId="3095363680" sldId="295"/>
            <ac:picMk id="3" creationId="{803B05E5-EA6D-A905-669F-DA9C75631BED}"/>
          </ac:picMkLst>
        </pc:picChg>
        <pc:picChg chg="add mod">
          <ac:chgData name="RUCAS" userId="aa484947-4b2a-42b8-8419-1f990e4d59e7" providerId="ADAL" clId="{E8C17ABD-3273-49D0-BAC5-0A1AF5DC93E9}" dt="2025-10-02T02:44:56.023" v="6275" actId="1076"/>
          <ac:picMkLst>
            <pc:docMk/>
            <pc:sldMk cId="3095363680" sldId="295"/>
            <ac:picMk id="6" creationId="{513EB7CC-502E-6CDB-4C53-550F4A718D68}"/>
          </ac:picMkLst>
        </pc:picChg>
        <pc:picChg chg="del">
          <ac:chgData name="RUCAS" userId="aa484947-4b2a-42b8-8419-1f990e4d59e7" providerId="ADAL" clId="{E8C17ABD-3273-49D0-BAC5-0A1AF5DC93E9}" dt="2025-10-02T02:42:42.624" v="6198" actId="21"/>
          <ac:picMkLst>
            <pc:docMk/>
            <pc:sldMk cId="3095363680" sldId="295"/>
            <ac:picMk id="24" creationId="{1649B8A2-29AE-AD2F-8AF2-203430E3C23C}"/>
          </ac:picMkLst>
        </pc:picChg>
      </pc:sldChg>
      <pc:sldChg chg="addSp delSp modSp new mod ord">
        <pc:chgData name="RUCAS" userId="aa484947-4b2a-42b8-8419-1f990e4d59e7" providerId="ADAL" clId="{E8C17ABD-3273-49D0-BAC5-0A1AF5DC93E9}" dt="2025-10-02T02:44:57.150" v="6277"/>
        <pc:sldMkLst>
          <pc:docMk/>
          <pc:sldMk cId="456229770" sldId="296"/>
        </pc:sldMkLst>
        <pc:spChg chg="del">
          <ac:chgData name="RUCAS" userId="aa484947-4b2a-42b8-8419-1f990e4d59e7" providerId="ADAL" clId="{E8C17ABD-3273-49D0-BAC5-0A1AF5DC93E9}" dt="2025-10-02T02:44:12.203" v="6238" actId="478"/>
          <ac:spMkLst>
            <pc:docMk/>
            <pc:sldMk cId="456229770" sldId="296"/>
            <ac:spMk id="2" creationId="{2DB2FF53-4F40-4E5F-FE8D-902624DC43A1}"/>
          </ac:spMkLst>
        </pc:spChg>
        <pc:spChg chg="del">
          <ac:chgData name="RUCAS" userId="aa484947-4b2a-42b8-8419-1f990e4d59e7" providerId="ADAL" clId="{E8C17ABD-3273-49D0-BAC5-0A1AF5DC93E9}" dt="2025-10-02T02:44:12.203" v="6238" actId="478"/>
          <ac:spMkLst>
            <pc:docMk/>
            <pc:sldMk cId="456229770" sldId="296"/>
            <ac:spMk id="3" creationId="{CA53EEBE-876F-23A7-7FBC-BC3DBA8F0198}"/>
          </ac:spMkLst>
        </pc:spChg>
        <pc:spChg chg="add mod">
          <ac:chgData name="RUCAS" userId="aa484947-4b2a-42b8-8419-1f990e4d59e7" providerId="ADAL" clId="{E8C17ABD-3273-49D0-BAC5-0A1AF5DC93E9}" dt="2025-10-02T02:44:17.779" v="6241" actId="1076"/>
          <ac:spMkLst>
            <pc:docMk/>
            <pc:sldMk cId="456229770" sldId="296"/>
            <ac:spMk id="6" creationId="{E6180770-C997-8D5E-CD81-A00405FBDB81}"/>
          </ac:spMkLst>
        </pc:spChg>
        <pc:picChg chg="add mod">
          <ac:chgData name="RUCAS" userId="aa484947-4b2a-42b8-8419-1f990e4d59e7" providerId="ADAL" clId="{E8C17ABD-3273-49D0-BAC5-0A1AF5DC93E9}" dt="2025-10-02T02:44:17.779" v="6241" actId="1076"/>
          <ac:picMkLst>
            <pc:docMk/>
            <pc:sldMk cId="456229770" sldId="296"/>
            <ac:picMk id="4" creationId="{AD490E26-6E4C-FBBB-78A3-29A938387A36}"/>
          </ac:picMkLst>
        </pc:picChg>
        <pc:picChg chg="add mod">
          <ac:chgData name="RUCAS" userId="aa484947-4b2a-42b8-8419-1f990e4d59e7" providerId="ADAL" clId="{E8C17ABD-3273-49D0-BAC5-0A1AF5DC93E9}" dt="2025-10-02T02:44:17.779" v="6241" actId="1076"/>
          <ac:picMkLst>
            <pc:docMk/>
            <pc:sldMk cId="456229770" sldId="296"/>
            <ac:picMk id="5" creationId="{803B05E5-EA6D-A905-669F-DA9C75631BED}"/>
          </ac:picMkLst>
        </pc:picChg>
      </pc:sldChg>
      <pc:sldChg chg="addSp delSp modSp new mod ord">
        <pc:chgData name="RUCAS" userId="aa484947-4b2a-42b8-8419-1f990e4d59e7" providerId="ADAL" clId="{E8C17ABD-3273-49D0-BAC5-0A1AF5DC93E9}" dt="2025-10-02T02:45:27.801" v="6318"/>
        <pc:sldMkLst>
          <pc:docMk/>
          <pc:sldMk cId="244432010" sldId="297"/>
        </pc:sldMkLst>
        <pc:spChg chg="del">
          <ac:chgData name="RUCAS" userId="aa484947-4b2a-42b8-8419-1f990e4d59e7" providerId="ADAL" clId="{E8C17ABD-3273-49D0-BAC5-0A1AF5DC93E9}" dt="2025-10-02T02:44:35.871" v="6248" actId="21"/>
          <ac:spMkLst>
            <pc:docMk/>
            <pc:sldMk cId="244432010" sldId="297"/>
            <ac:spMk id="2" creationId="{D22B9ACF-43FA-38DC-6C39-6368AEFED60E}"/>
          </ac:spMkLst>
        </pc:spChg>
        <pc:spChg chg="del">
          <ac:chgData name="RUCAS" userId="aa484947-4b2a-42b8-8419-1f990e4d59e7" providerId="ADAL" clId="{E8C17ABD-3273-49D0-BAC5-0A1AF5DC93E9}" dt="2025-10-02T02:44:35.871" v="6248" actId="21"/>
          <ac:spMkLst>
            <pc:docMk/>
            <pc:sldMk cId="244432010" sldId="297"/>
            <ac:spMk id="3" creationId="{24968682-5A17-C838-B1D7-83E532A729DE}"/>
          </ac:spMkLst>
        </pc:spChg>
        <pc:spChg chg="add del mod">
          <ac:chgData name="RUCAS" userId="aa484947-4b2a-42b8-8419-1f990e4d59e7" providerId="ADAL" clId="{E8C17ABD-3273-49D0-BAC5-0A1AF5DC93E9}" dt="2025-10-02T02:44:47.951" v="6270" actId="21"/>
          <ac:spMkLst>
            <pc:docMk/>
            <pc:sldMk cId="244432010" sldId="297"/>
            <ac:spMk id="4" creationId="{318C9DDA-273D-119F-0749-8C1EEAF2F46E}"/>
          </ac:spMkLst>
        </pc:spChg>
        <pc:spChg chg="add mod">
          <ac:chgData name="RUCAS" userId="aa484947-4b2a-42b8-8419-1f990e4d59e7" providerId="ADAL" clId="{E8C17ABD-3273-49D0-BAC5-0A1AF5DC93E9}" dt="2025-10-02T02:45:27.801" v="6318"/>
          <ac:spMkLst>
            <pc:docMk/>
            <pc:sldMk cId="244432010" sldId="297"/>
            <ac:spMk id="7" creationId="{E7111E35-3F06-922A-6596-3760439EC1CB}"/>
          </ac:spMkLst>
        </pc:spChg>
        <pc:picChg chg="add del mod">
          <ac:chgData name="RUCAS" userId="aa484947-4b2a-42b8-8419-1f990e4d59e7" providerId="ADAL" clId="{E8C17ABD-3273-49D0-BAC5-0A1AF5DC93E9}" dt="2025-10-02T02:44:47.951" v="6270" actId="21"/>
          <ac:picMkLst>
            <pc:docMk/>
            <pc:sldMk cId="244432010" sldId="297"/>
            <ac:picMk id="5" creationId="{513EB7CC-502E-6CDB-4C53-550F4A718D68}"/>
          </ac:picMkLst>
        </pc:picChg>
        <pc:picChg chg="add mod">
          <ac:chgData name="RUCAS" userId="aa484947-4b2a-42b8-8419-1f990e4d59e7" providerId="ADAL" clId="{E8C17ABD-3273-49D0-BAC5-0A1AF5DC93E9}" dt="2025-10-02T02:45:12.646" v="6282" actId="1076"/>
          <ac:picMkLst>
            <pc:docMk/>
            <pc:sldMk cId="244432010" sldId="297"/>
            <ac:picMk id="6" creationId="{F15B2BD8-CAC9-81FD-49D0-8B14FA34C19B}"/>
          </ac:picMkLst>
        </pc:picChg>
      </pc:sldChg>
      <pc:sldChg chg="addSp delSp modSp new mod">
        <pc:chgData name="RUCAS" userId="aa484947-4b2a-42b8-8419-1f990e4d59e7" providerId="ADAL" clId="{E8C17ABD-3273-49D0-BAC5-0A1AF5DC93E9}" dt="2025-10-02T03:48:10.017" v="6425" actId="255"/>
        <pc:sldMkLst>
          <pc:docMk/>
          <pc:sldMk cId="4079574791" sldId="298"/>
        </pc:sldMkLst>
        <pc:spChg chg="del">
          <ac:chgData name="RUCAS" userId="aa484947-4b2a-42b8-8419-1f990e4d59e7" providerId="ADAL" clId="{E8C17ABD-3273-49D0-BAC5-0A1AF5DC93E9}" dt="2025-10-02T03:47:57.251" v="6405" actId="478"/>
          <ac:spMkLst>
            <pc:docMk/>
            <pc:sldMk cId="4079574791" sldId="298"/>
            <ac:spMk id="2" creationId="{1B9F22E0-AB27-44F6-EA7E-DCD00EDF13D6}"/>
          </ac:spMkLst>
        </pc:spChg>
        <pc:spChg chg="del">
          <ac:chgData name="RUCAS" userId="aa484947-4b2a-42b8-8419-1f990e4d59e7" providerId="ADAL" clId="{E8C17ABD-3273-49D0-BAC5-0A1AF5DC93E9}" dt="2025-10-02T03:47:57.251" v="6405" actId="478"/>
          <ac:spMkLst>
            <pc:docMk/>
            <pc:sldMk cId="4079574791" sldId="298"/>
            <ac:spMk id="3" creationId="{B08C0144-42B7-F33F-2B6C-66EA17DEB86A}"/>
          </ac:spMkLst>
        </pc:spChg>
        <pc:spChg chg="add mod">
          <ac:chgData name="RUCAS" userId="aa484947-4b2a-42b8-8419-1f990e4d59e7" providerId="ADAL" clId="{E8C17ABD-3273-49D0-BAC5-0A1AF5DC93E9}" dt="2025-10-02T03:48:10.017" v="6425" actId="255"/>
          <ac:spMkLst>
            <pc:docMk/>
            <pc:sldMk cId="4079574791" sldId="298"/>
            <ac:spMk id="4" creationId="{D6AD63D2-792A-FFE7-E974-C0C6EED0CDF7}"/>
          </ac:spMkLst>
        </pc:spChg>
      </pc:sldChg>
      <pc:sldChg chg="modSp add mod ord">
        <pc:chgData name="RUCAS" userId="aa484947-4b2a-42b8-8419-1f990e4d59e7" providerId="ADAL" clId="{E8C17ABD-3273-49D0-BAC5-0A1AF5DC93E9}" dt="2025-10-02T03:49:55.592" v="6438"/>
        <pc:sldMkLst>
          <pc:docMk/>
          <pc:sldMk cId="20405226" sldId="299"/>
        </pc:sldMkLst>
        <pc:spChg chg="mod">
          <ac:chgData name="RUCAS" userId="aa484947-4b2a-42b8-8419-1f990e4d59e7" providerId="ADAL" clId="{E8C17ABD-3273-49D0-BAC5-0A1AF5DC93E9}" dt="2025-10-02T03:48:19.661" v="6436"/>
          <ac:spMkLst>
            <pc:docMk/>
            <pc:sldMk cId="20405226" sldId="299"/>
            <ac:spMk id="4" creationId="{F1DF448A-8209-A1B4-C626-581A473C31CE}"/>
          </ac:spMkLst>
        </pc:spChg>
      </pc:sldChg>
      <pc:sldChg chg="addSp delSp modSp add mod">
        <pc:chgData name="RUCAS" userId="aa484947-4b2a-42b8-8419-1f990e4d59e7" providerId="ADAL" clId="{E8C17ABD-3273-49D0-BAC5-0A1AF5DC93E9}" dt="2025-10-02T04:19:42.808" v="7364" actId="207"/>
        <pc:sldMkLst>
          <pc:docMk/>
          <pc:sldMk cId="1930282401" sldId="300"/>
        </pc:sldMkLst>
        <pc:spChg chg="del mod">
          <ac:chgData name="RUCAS" userId="aa484947-4b2a-42b8-8419-1f990e4d59e7" providerId="ADAL" clId="{E8C17ABD-3273-49D0-BAC5-0A1AF5DC93E9}" dt="2025-10-02T03:51:00.516" v="6452" actId="478"/>
          <ac:spMkLst>
            <pc:docMk/>
            <pc:sldMk cId="1930282401" sldId="300"/>
            <ac:spMk id="4" creationId="{A71F39DF-EC33-1D1A-203B-3BF1B86BF4AF}"/>
          </ac:spMkLst>
        </pc:spChg>
        <pc:spChg chg="add mod">
          <ac:chgData name="RUCAS" userId="aa484947-4b2a-42b8-8419-1f990e4d59e7" providerId="ADAL" clId="{E8C17ABD-3273-49D0-BAC5-0A1AF5DC93E9}" dt="2025-10-02T03:54:45.472" v="6525" actId="207"/>
          <ac:spMkLst>
            <pc:docMk/>
            <pc:sldMk cId="1930282401" sldId="300"/>
            <ac:spMk id="5" creationId="{E701775A-E213-7A56-3C46-FF75697F39D6}"/>
          </ac:spMkLst>
        </pc:spChg>
        <pc:spChg chg="del">
          <ac:chgData name="RUCAS" userId="aa484947-4b2a-42b8-8419-1f990e4d59e7" providerId="ADAL" clId="{E8C17ABD-3273-49D0-BAC5-0A1AF5DC93E9}" dt="2025-10-02T03:51:01.555" v="6454" actId="478"/>
          <ac:spMkLst>
            <pc:docMk/>
            <pc:sldMk cId="1930282401" sldId="300"/>
            <ac:spMk id="7" creationId="{59F7AEB2-EF71-EEC0-94A9-9FB761AF2002}"/>
          </ac:spMkLst>
        </pc:spChg>
        <pc:spChg chg="del">
          <ac:chgData name="RUCAS" userId="aa484947-4b2a-42b8-8419-1f990e4d59e7" providerId="ADAL" clId="{E8C17ABD-3273-49D0-BAC5-0A1AF5DC93E9}" dt="2025-10-02T03:50:59.763" v="6451" actId="478"/>
          <ac:spMkLst>
            <pc:docMk/>
            <pc:sldMk cId="1930282401" sldId="300"/>
            <ac:spMk id="8" creationId="{E5AFBC24-A9C9-F662-A615-C8D5F941BB2B}"/>
          </ac:spMkLst>
        </pc:spChg>
        <pc:spChg chg="del">
          <ac:chgData name="RUCAS" userId="aa484947-4b2a-42b8-8419-1f990e4d59e7" providerId="ADAL" clId="{E8C17ABD-3273-49D0-BAC5-0A1AF5DC93E9}" dt="2025-10-02T03:50:58.211" v="6449" actId="478"/>
          <ac:spMkLst>
            <pc:docMk/>
            <pc:sldMk cId="1930282401" sldId="300"/>
            <ac:spMk id="11" creationId="{A72F2D97-5A0C-EDED-494B-569DEAB8A8AB}"/>
          </ac:spMkLst>
        </pc:spChg>
        <pc:spChg chg="mod">
          <ac:chgData name="RUCAS" userId="aa484947-4b2a-42b8-8419-1f990e4d59e7" providerId="ADAL" clId="{E8C17ABD-3273-49D0-BAC5-0A1AF5DC93E9}" dt="2025-10-02T03:58:32.603" v="6576"/>
          <ac:spMkLst>
            <pc:docMk/>
            <pc:sldMk cId="1930282401" sldId="300"/>
            <ac:spMk id="13" creationId="{00D938AB-F709-3FA1-6227-6BBC2BDAD57C}"/>
          </ac:spMkLst>
        </pc:spChg>
        <pc:spChg chg="mod">
          <ac:chgData name="RUCAS" userId="aa484947-4b2a-42b8-8419-1f990e4d59e7" providerId="ADAL" clId="{E8C17ABD-3273-49D0-BAC5-0A1AF5DC93E9}" dt="2025-10-02T04:19:42.808" v="7364" actId="207"/>
          <ac:spMkLst>
            <pc:docMk/>
            <pc:sldMk cId="1930282401" sldId="300"/>
            <ac:spMk id="15" creationId="{63E9C50B-7EE9-0A03-CF4E-5481F344BC83}"/>
          </ac:spMkLst>
        </pc:spChg>
        <pc:spChg chg="mod">
          <ac:chgData name="RUCAS" userId="aa484947-4b2a-42b8-8419-1f990e4d59e7" providerId="ADAL" clId="{E8C17ABD-3273-49D0-BAC5-0A1AF5DC93E9}" dt="2025-10-02T03:51:20.791" v="6491"/>
          <ac:spMkLst>
            <pc:docMk/>
            <pc:sldMk cId="1930282401" sldId="300"/>
            <ac:spMk id="18" creationId="{80BB603D-085E-9C0C-F70C-CB98CFD860FE}"/>
          </ac:spMkLst>
        </pc:spChg>
        <pc:spChg chg="del">
          <ac:chgData name="RUCAS" userId="aa484947-4b2a-42b8-8419-1f990e4d59e7" providerId="ADAL" clId="{E8C17ABD-3273-49D0-BAC5-0A1AF5DC93E9}" dt="2025-10-02T03:51:01.010" v="6453" actId="478"/>
          <ac:spMkLst>
            <pc:docMk/>
            <pc:sldMk cId="1930282401" sldId="300"/>
            <ac:spMk id="25" creationId="{7F6EBDB4-FA65-AC92-C53F-BA4BD8319449}"/>
          </ac:spMkLst>
        </pc:spChg>
        <pc:picChg chg="add mod">
          <ac:chgData name="RUCAS" userId="aa484947-4b2a-42b8-8419-1f990e4d59e7" providerId="ADAL" clId="{E8C17ABD-3273-49D0-BAC5-0A1AF5DC93E9}" dt="2025-10-02T03:54:25.899" v="6494" actId="1076"/>
          <ac:picMkLst>
            <pc:docMk/>
            <pc:sldMk cId="1930282401" sldId="300"/>
            <ac:picMk id="3" creationId="{BD226107-44FC-A752-5A53-1A606EF4AF73}"/>
          </ac:picMkLst>
        </pc:picChg>
        <pc:picChg chg="del">
          <ac:chgData name="RUCAS" userId="aa484947-4b2a-42b8-8419-1f990e4d59e7" providerId="ADAL" clId="{E8C17ABD-3273-49D0-BAC5-0A1AF5DC93E9}" dt="2025-10-02T03:50:58.211" v="6449" actId="478"/>
          <ac:picMkLst>
            <pc:docMk/>
            <pc:sldMk cId="1930282401" sldId="300"/>
            <ac:picMk id="6" creationId="{D34BB025-A8D5-2015-7D1A-EF59130D6ED1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19:45.893" v="7365" actId="207"/>
        <pc:sldMkLst>
          <pc:docMk/>
          <pc:sldMk cId="1460295183" sldId="301"/>
        </pc:sldMkLst>
        <pc:spChg chg="mod">
          <ac:chgData name="RUCAS" userId="aa484947-4b2a-42b8-8419-1f990e4d59e7" providerId="ADAL" clId="{E8C17ABD-3273-49D0-BAC5-0A1AF5DC93E9}" dt="2025-10-02T03:54:51.031" v="6527" actId="207"/>
          <ac:spMkLst>
            <pc:docMk/>
            <pc:sldMk cId="1460295183" sldId="301"/>
            <ac:spMk id="5" creationId="{E3577D1E-EEB9-61F0-85AB-D4D905B9131F}"/>
          </ac:spMkLst>
        </pc:spChg>
        <pc:spChg chg="mod">
          <ac:chgData name="RUCAS" userId="aa484947-4b2a-42b8-8419-1f990e4d59e7" providerId="ADAL" clId="{E8C17ABD-3273-49D0-BAC5-0A1AF5DC93E9}" dt="2025-10-02T03:58:35.944" v="6577"/>
          <ac:spMkLst>
            <pc:docMk/>
            <pc:sldMk cId="1460295183" sldId="301"/>
            <ac:spMk id="13" creationId="{002030AA-FCD5-9BDA-4DAB-CA2FE0B28632}"/>
          </ac:spMkLst>
        </pc:spChg>
        <pc:spChg chg="mod">
          <ac:chgData name="RUCAS" userId="aa484947-4b2a-42b8-8419-1f990e4d59e7" providerId="ADAL" clId="{E8C17ABD-3273-49D0-BAC5-0A1AF5DC93E9}" dt="2025-10-02T04:19:45.893" v="7365" actId="207"/>
          <ac:spMkLst>
            <pc:docMk/>
            <pc:sldMk cId="1460295183" sldId="301"/>
            <ac:spMk id="15" creationId="{03897E2C-0CF4-0D10-B9E1-B9B476F43363}"/>
          </ac:spMkLst>
        </pc:spChg>
        <pc:spChg chg="mod">
          <ac:chgData name="RUCAS" userId="aa484947-4b2a-42b8-8419-1f990e4d59e7" providerId="ADAL" clId="{E8C17ABD-3273-49D0-BAC5-0A1AF5DC93E9}" dt="2025-10-02T03:54:54.043" v="6528" actId="207"/>
          <ac:spMkLst>
            <pc:docMk/>
            <pc:sldMk cId="1460295183" sldId="301"/>
            <ac:spMk id="18" creationId="{EA2A3C31-B85F-F6C3-50E7-03ECD3869834}"/>
          </ac:spMkLst>
        </pc:spChg>
        <pc:picChg chg="del">
          <ac:chgData name="RUCAS" userId="aa484947-4b2a-42b8-8419-1f990e4d59e7" providerId="ADAL" clId="{E8C17ABD-3273-49D0-BAC5-0A1AF5DC93E9}" dt="2025-10-02T03:56:41.475" v="6529" actId="478"/>
          <ac:picMkLst>
            <pc:docMk/>
            <pc:sldMk cId="1460295183" sldId="301"/>
            <ac:picMk id="3" creationId="{59463AE7-5B91-73DB-5E9E-6AF0F14B6E27}"/>
          </ac:picMkLst>
        </pc:picChg>
        <pc:picChg chg="add mod">
          <ac:chgData name="RUCAS" userId="aa484947-4b2a-42b8-8419-1f990e4d59e7" providerId="ADAL" clId="{E8C17ABD-3273-49D0-BAC5-0A1AF5DC93E9}" dt="2025-10-02T03:58:02.310" v="6538" actId="1076"/>
          <ac:picMkLst>
            <pc:docMk/>
            <pc:sldMk cId="1460295183" sldId="301"/>
            <ac:picMk id="4" creationId="{87DF84FE-2EE3-6058-F257-E26EC24CB8B5}"/>
          </ac:picMkLst>
        </pc:picChg>
        <pc:picChg chg="add mod">
          <ac:chgData name="RUCAS" userId="aa484947-4b2a-42b8-8419-1f990e4d59e7" providerId="ADAL" clId="{E8C17ABD-3273-49D0-BAC5-0A1AF5DC93E9}" dt="2025-10-02T03:58:05.165" v="6541" actId="1076"/>
          <ac:picMkLst>
            <pc:docMk/>
            <pc:sldMk cId="1460295183" sldId="301"/>
            <ac:picMk id="7" creationId="{9BDF21FB-3AAF-CEA5-3D36-9F33094D8F0C}"/>
          </ac:picMkLst>
        </pc:picChg>
      </pc:sldChg>
      <pc:sldChg chg="addSp delSp modSp new del mod ord">
        <pc:chgData name="RUCAS" userId="aa484947-4b2a-42b8-8419-1f990e4d59e7" providerId="ADAL" clId="{E8C17ABD-3273-49D0-BAC5-0A1AF5DC93E9}" dt="2025-10-02T04:09:13.505" v="7126" actId="47"/>
        <pc:sldMkLst>
          <pc:docMk/>
          <pc:sldMk cId="2438014196" sldId="302"/>
        </pc:sldMkLst>
        <pc:spChg chg="del">
          <ac:chgData name="RUCAS" userId="aa484947-4b2a-42b8-8419-1f990e4d59e7" providerId="ADAL" clId="{E8C17ABD-3273-49D0-BAC5-0A1AF5DC93E9}" dt="2025-10-02T03:58:59.379" v="6578" actId="478"/>
          <ac:spMkLst>
            <pc:docMk/>
            <pc:sldMk cId="2438014196" sldId="302"/>
            <ac:spMk id="2" creationId="{D5F3FCC4-8072-61A5-337A-56BF8D4064B1}"/>
          </ac:spMkLst>
        </pc:spChg>
        <pc:spChg chg="del">
          <ac:chgData name="RUCAS" userId="aa484947-4b2a-42b8-8419-1f990e4d59e7" providerId="ADAL" clId="{E8C17ABD-3273-49D0-BAC5-0A1AF5DC93E9}" dt="2025-10-02T03:58:59.379" v="6578" actId="478"/>
          <ac:spMkLst>
            <pc:docMk/>
            <pc:sldMk cId="2438014196" sldId="302"/>
            <ac:spMk id="3" creationId="{6831E0CE-F524-AE3B-CAD2-7840E4CAD743}"/>
          </ac:spMkLst>
        </pc:spChg>
        <pc:spChg chg="add del mod">
          <ac:chgData name="RUCAS" userId="aa484947-4b2a-42b8-8419-1f990e4d59e7" providerId="ADAL" clId="{E8C17ABD-3273-49D0-BAC5-0A1AF5DC93E9}" dt="2025-10-02T03:59:13.239" v="6591" actId="21"/>
          <ac:spMkLst>
            <pc:docMk/>
            <pc:sldMk cId="2438014196" sldId="302"/>
            <ac:spMk id="4" creationId="{7161E5BD-83A2-1B90-0680-D7D3352005F9}"/>
          </ac:spMkLst>
        </pc:spChg>
        <pc:spChg chg="add del mod">
          <ac:chgData name="RUCAS" userId="aa484947-4b2a-42b8-8419-1f990e4d59e7" providerId="ADAL" clId="{E8C17ABD-3273-49D0-BAC5-0A1AF5DC93E9}" dt="2025-10-02T04:03:44.023" v="6797" actId="21"/>
          <ac:spMkLst>
            <pc:docMk/>
            <pc:sldMk cId="2438014196" sldId="302"/>
            <ac:spMk id="5" creationId="{141A867D-C482-3694-EAF1-D33E681A215F}"/>
          </ac:spMkLst>
        </pc:spChg>
        <pc:spChg chg="add mod">
          <ac:chgData name="RUCAS" userId="aa484947-4b2a-42b8-8419-1f990e4d59e7" providerId="ADAL" clId="{E8C17ABD-3273-49D0-BAC5-0A1AF5DC93E9}" dt="2025-10-02T03:59:21.661" v="6593" actId="1076"/>
          <ac:spMkLst>
            <pc:docMk/>
            <pc:sldMk cId="2438014196" sldId="302"/>
            <ac:spMk id="6" creationId="{FAFB9EC5-FAA7-AA2F-2B0A-BE377741042F}"/>
          </ac:spMkLst>
        </pc:spChg>
        <pc:spChg chg="add mod">
          <ac:chgData name="RUCAS" userId="aa484947-4b2a-42b8-8419-1f990e4d59e7" providerId="ADAL" clId="{E8C17ABD-3273-49D0-BAC5-0A1AF5DC93E9}" dt="2025-10-02T04:03:50.863" v="6798" actId="1076"/>
          <ac:spMkLst>
            <pc:docMk/>
            <pc:sldMk cId="2438014196" sldId="302"/>
            <ac:spMk id="7" creationId="{0AD1F35C-50F5-8709-256F-54914C79BADD}"/>
          </ac:spMkLst>
        </pc:spChg>
        <pc:spChg chg="add mod">
          <ac:chgData name="RUCAS" userId="aa484947-4b2a-42b8-8419-1f990e4d59e7" providerId="ADAL" clId="{E8C17ABD-3273-49D0-BAC5-0A1AF5DC93E9}" dt="2025-10-02T04:00:51.050" v="6674"/>
          <ac:spMkLst>
            <pc:docMk/>
            <pc:sldMk cId="2438014196" sldId="302"/>
            <ac:spMk id="8" creationId="{A7EC1FC4-F61C-4A60-2D70-5E0CD95F3FE6}"/>
          </ac:spMkLst>
        </pc:spChg>
        <pc:spChg chg="add mod">
          <ac:chgData name="RUCAS" userId="aa484947-4b2a-42b8-8419-1f990e4d59e7" providerId="ADAL" clId="{E8C17ABD-3273-49D0-BAC5-0A1AF5DC93E9}" dt="2025-10-02T03:59:00.265" v="6579"/>
          <ac:spMkLst>
            <pc:docMk/>
            <pc:sldMk cId="2438014196" sldId="302"/>
            <ac:spMk id="10" creationId="{C5D84B55-CE18-E1BA-11EB-198F66E0ECE7}"/>
          </ac:spMkLst>
        </pc:spChg>
        <pc:spChg chg="add del mod">
          <ac:chgData name="RUCAS" userId="aa484947-4b2a-42b8-8419-1f990e4d59e7" providerId="ADAL" clId="{E8C17ABD-3273-49D0-BAC5-0A1AF5DC93E9}" dt="2025-10-02T03:59:34.199" v="6610" actId="21"/>
          <ac:spMkLst>
            <pc:docMk/>
            <pc:sldMk cId="2438014196" sldId="302"/>
            <ac:spMk id="11" creationId="{62F4B1EF-1F54-7076-5041-E1898876E2E6}"/>
          </ac:spMkLst>
        </pc:spChg>
        <pc:spChg chg="add del mod">
          <ac:chgData name="RUCAS" userId="aa484947-4b2a-42b8-8419-1f990e4d59e7" providerId="ADAL" clId="{E8C17ABD-3273-49D0-BAC5-0A1AF5DC93E9}" dt="2025-10-02T04:03:29.976" v="6795" actId="21"/>
          <ac:spMkLst>
            <pc:docMk/>
            <pc:sldMk cId="2438014196" sldId="302"/>
            <ac:spMk id="12" creationId="{9ACF702A-C986-A6C6-A287-4E0CB5074A03}"/>
          </ac:spMkLst>
        </pc:spChg>
        <pc:spChg chg="add mod">
          <ac:chgData name="RUCAS" userId="aa484947-4b2a-42b8-8419-1f990e4d59e7" providerId="ADAL" clId="{E8C17ABD-3273-49D0-BAC5-0A1AF5DC93E9}" dt="2025-10-02T04:00:57.236" v="6698" actId="20577"/>
          <ac:spMkLst>
            <pc:docMk/>
            <pc:sldMk cId="2438014196" sldId="302"/>
            <ac:spMk id="13" creationId="{C5C250CD-6B1D-D241-F240-5DDC5AD0A451}"/>
          </ac:spMkLst>
        </pc:spChg>
        <pc:spChg chg="add mod">
          <ac:chgData name="RUCAS" userId="aa484947-4b2a-42b8-8419-1f990e4d59e7" providerId="ADAL" clId="{E8C17ABD-3273-49D0-BAC5-0A1AF5DC93E9}" dt="2025-10-02T04:03:53.159" v="6799" actId="1076"/>
          <ac:spMkLst>
            <pc:docMk/>
            <pc:sldMk cId="2438014196" sldId="302"/>
            <ac:spMk id="14" creationId="{82B4CC0E-80DA-44FE-628E-267765FDBD6D}"/>
          </ac:spMkLst>
        </pc:spChg>
        <pc:spChg chg="add mod">
          <ac:chgData name="RUCAS" userId="aa484947-4b2a-42b8-8419-1f990e4d59e7" providerId="ADAL" clId="{E8C17ABD-3273-49D0-BAC5-0A1AF5DC93E9}" dt="2025-10-02T04:02:07.863" v="6752"/>
          <ac:spMkLst>
            <pc:docMk/>
            <pc:sldMk cId="2438014196" sldId="302"/>
            <ac:spMk id="16" creationId="{208EA96B-8072-AD9C-DCFA-2214A3B7B849}"/>
          </ac:spMkLst>
        </pc:spChg>
        <pc:spChg chg="add del mod">
          <ac:chgData name="RUCAS" userId="aa484947-4b2a-42b8-8419-1f990e4d59e7" providerId="ADAL" clId="{E8C17ABD-3273-49D0-BAC5-0A1AF5DC93E9}" dt="2025-10-02T04:02:25.480" v="6754" actId="21"/>
          <ac:spMkLst>
            <pc:docMk/>
            <pc:sldMk cId="2438014196" sldId="302"/>
            <ac:spMk id="17" creationId="{F1845F03-573F-7E3C-8EE1-5AEB2807CF96}"/>
          </ac:spMkLst>
        </pc:spChg>
        <pc:spChg chg="add mod">
          <ac:chgData name="RUCAS" userId="aa484947-4b2a-42b8-8419-1f990e4d59e7" providerId="ADAL" clId="{E8C17ABD-3273-49D0-BAC5-0A1AF5DC93E9}" dt="2025-10-02T04:03:31.569" v="6796" actId="1076"/>
          <ac:spMkLst>
            <pc:docMk/>
            <pc:sldMk cId="2438014196" sldId="302"/>
            <ac:spMk id="18" creationId="{5D1A62B5-65C9-3287-C761-394420CD150E}"/>
          </ac:spMkLst>
        </pc:spChg>
        <pc:spChg chg="add mod">
          <ac:chgData name="RUCAS" userId="aa484947-4b2a-42b8-8419-1f990e4d59e7" providerId="ADAL" clId="{E8C17ABD-3273-49D0-BAC5-0A1AF5DC93E9}" dt="2025-10-02T04:03:25.415" v="6794" actId="14100"/>
          <ac:spMkLst>
            <pc:docMk/>
            <pc:sldMk cId="2438014196" sldId="302"/>
            <ac:spMk id="19" creationId="{A67BC827-9669-F4E3-6D41-D1D9F71CF6CA}"/>
          </ac:spMkLst>
        </pc:spChg>
        <pc:spChg chg="add mod">
          <ac:chgData name="RUCAS" userId="aa484947-4b2a-42b8-8419-1f990e4d59e7" providerId="ADAL" clId="{E8C17ABD-3273-49D0-BAC5-0A1AF5DC93E9}" dt="2025-10-02T04:03:56.654" v="6801" actId="1076"/>
          <ac:spMkLst>
            <pc:docMk/>
            <pc:sldMk cId="2438014196" sldId="302"/>
            <ac:spMk id="20" creationId="{141A867D-C482-3694-EAF1-D33E681A215F}"/>
          </ac:spMkLst>
        </pc:spChg>
        <pc:picChg chg="add del mod">
          <ac:chgData name="RUCAS" userId="aa484947-4b2a-42b8-8419-1f990e4d59e7" providerId="ADAL" clId="{E8C17ABD-3273-49D0-BAC5-0A1AF5DC93E9}" dt="2025-10-02T03:59:32.343" v="6609" actId="21"/>
          <ac:picMkLst>
            <pc:docMk/>
            <pc:sldMk cId="2438014196" sldId="302"/>
            <ac:picMk id="9" creationId="{DA67F9AF-898E-D931-635B-6BDCB28B9E12}"/>
          </ac:picMkLst>
        </pc:picChg>
        <pc:picChg chg="add del mod">
          <ac:chgData name="RUCAS" userId="aa484947-4b2a-42b8-8419-1f990e4d59e7" providerId="ADAL" clId="{E8C17ABD-3273-49D0-BAC5-0A1AF5DC93E9}" dt="2025-10-02T04:00:13.206" v="6618" actId="21"/>
          <ac:picMkLst>
            <pc:docMk/>
            <pc:sldMk cId="2438014196" sldId="302"/>
            <ac:picMk id="15" creationId="{DBA14928-0DED-344B-601C-313D36654E5E}"/>
          </ac:picMkLst>
        </pc:picChg>
      </pc:sldChg>
      <pc:sldChg chg="addSp delSp modSp add mod ord">
        <pc:chgData name="RUCAS" userId="aa484947-4b2a-42b8-8419-1f990e4d59e7" providerId="ADAL" clId="{E8C17ABD-3273-49D0-BAC5-0A1AF5DC93E9}" dt="2025-10-02T04:09:01.662" v="7125" actId="14100"/>
        <pc:sldMkLst>
          <pc:docMk/>
          <pc:sldMk cId="3577996063" sldId="303"/>
        </pc:sldMkLst>
        <pc:spChg chg="add del mod">
          <ac:chgData name="RUCAS" userId="aa484947-4b2a-42b8-8419-1f990e4d59e7" providerId="ADAL" clId="{E8C17ABD-3273-49D0-BAC5-0A1AF5DC93E9}" dt="2025-10-02T04:06:11.629" v="6994" actId="21"/>
          <ac:spMkLst>
            <pc:docMk/>
            <pc:sldMk cId="3577996063" sldId="303"/>
            <ac:spMk id="2" creationId="{3755451A-E112-DA8F-3E4E-DB26A4928654}"/>
          </ac:spMkLst>
        </pc:spChg>
        <pc:spChg chg="add del mod">
          <ac:chgData name="RUCAS" userId="aa484947-4b2a-42b8-8419-1f990e4d59e7" providerId="ADAL" clId="{E8C17ABD-3273-49D0-BAC5-0A1AF5DC93E9}" dt="2025-10-02T04:06:11.629" v="6994" actId="21"/>
          <ac:spMkLst>
            <pc:docMk/>
            <pc:sldMk cId="3577996063" sldId="303"/>
            <ac:spMk id="3" creationId="{E0C7633E-3A98-5974-0624-4A660CF09BE4}"/>
          </ac:spMkLst>
        </pc:spChg>
        <pc:spChg chg="add del mod">
          <ac:chgData name="RUCAS" userId="aa484947-4b2a-42b8-8419-1f990e4d59e7" providerId="ADAL" clId="{E8C17ABD-3273-49D0-BAC5-0A1AF5DC93E9}" dt="2025-10-02T04:06:11.629" v="6994" actId="21"/>
          <ac:spMkLst>
            <pc:docMk/>
            <pc:sldMk cId="3577996063" sldId="303"/>
            <ac:spMk id="4" creationId="{7A7E743F-E2E1-5133-2564-B7410676CA88}"/>
          </ac:spMkLst>
        </pc:spChg>
        <pc:spChg chg="add mod">
          <ac:chgData name="RUCAS" userId="aa484947-4b2a-42b8-8419-1f990e4d59e7" providerId="ADAL" clId="{E8C17ABD-3273-49D0-BAC5-0A1AF5DC93E9}" dt="2025-10-02T04:05:55.729" v="6975" actId="1076"/>
          <ac:spMkLst>
            <pc:docMk/>
            <pc:sldMk cId="3577996063" sldId="303"/>
            <ac:spMk id="5" creationId="{0798AA3E-92CB-779F-F9B4-8E461F0C068F}"/>
          </ac:spMkLst>
        </pc:spChg>
        <pc:spChg chg="mod">
          <ac:chgData name="RUCAS" userId="aa484947-4b2a-42b8-8419-1f990e4d59e7" providerId="ADAL" clId="{E8C17ABD-3273-49D0-BAC5-0A1AF5DC93E9}" dt="2025-10-02T04:05:55.729" v="6975" actId="1076"/>
          <ac:spMkLst>
            <pc:docMk/>
            <pc:sldMk cId="3577996063" sldId="303"/>
            <ac:spMk id="6" creationId="{34825B4A-3877-5607-77B7-10EFB0CED05E}"/>
          </ac:spMkLst>
        </pc:spChg>
        <pc:spChg chg="mod">
          <ac:chgData name="RUCAS" userId="aa484947-4b2a-42b8-8419-1f990e4d59e7" providerId="ADAL" clId="{E8C17ABD-3273-49D0-BAC5-0A1AF5DC93E9}" dt="2025-10-02T04:05:55.729" v="6975" actId="1076"/>
          <ac:spMkLst>
            <pc:docMk/>
            <pc:sldMk cId="3577996063" sldId="303"/>
            <ac:spMk id="7" creationId="{5B3C6B12-1C09-0A73-07FE-8B15C67C8FB6}"/>
          </ac:spMkLst>
        </pc:spChg>
        <pc:spChg chg="mod">
          <ac:chgData name="RUCAS" userId="aa484947-4b2a-42b8-8419-1f990e4d59e7" providerId="ADAL" clId="{E8C17ABD-3273-49D0-BAC5-0A1AF5DC93E9}" dt="2025-10-02T04:05:44.074" v="6964"/>
          <ac:spMkLst>
            <pc:docMk/>
            <pc:sldMk cId="3577996063" sldId="303"/>
            <ac:spMk id="8" creationId="{BFA34185-DB45-86A8-9E8C-ABCBEB878292}"/>
          </ac:spMkLst>
        </pc:spChg>
        <pc:spChg chg="add mod">
          <ac:chgData name="RUCAS" userId="aa484947-4b2a-42b8-8419-1f990e4d59e7" providerId="ADAL" clId="{E8C17ABD-3273-49D0-BAC5-0A1AF5DC93E9}" dt="2025-10-02T04:06:08.948" v="6993" actId="207"/>
          <ac:spMkLst>
            <pc:docMk/>
            <pc:sldMk cId="3577996063" sldId="303"/>
            <ac:spMk id="9" creationId="{D36B09E5-C386-A474-EA2F-E456D83E7542}"/>
          </ac:spMkLst>
        </pc:spChg>
        <pc:spChg chg="add mod">
          <ac:chgData name="RUCAS" userId="aa484947-4b2a-42b8-8419-1f990e4d59e7" providerId="ADAL" clId="{E8C17ABD-3273-49D0-BAC5-0A1AF5DC93E9}" dt="2025-10-02T04:08:16.763" v="7080" actId="1076"/>
          <ac:spMkLst>
            <pc:docMk/>
            <pc:sldMk cId="3577996063" sldId="303"/>
            <ac:spMk id="12" creationId="{B4B11E73-ADE3-B014-E0F0-40FFED099C64}"/>
          </ac:spMkLst>
        </pc:spChg>
        <pc:spChg chg="mod">
          <ac:chgData name="RUCAS" userId="aa484947-4b2a-42b8-8419-1f990e4d59e7" providerId="ADAL" clId="{E8C17ABD-3273-49D0-BAC5-0A1AF5DC93E9}" dt="2025-10-02T04:05:55.729" v="6975" actId="1076"/>
          <ac:spMkLst>
            <pc:docMk/>
            <pc:sldMk cId="3577996063" sldId="303"/>
            <ac:spMk id="14" creationId="{1126AAE5-4D89-0A1B-0A80-9BA07939F782}"/>
          </ac:spMkLst>
        </pc:spChg>
        <pc:spChg chg="add mod">
          <ac:chgData name="RUCAS" userId="aa484947-4b2a-42b8-8419-1f990e4d59e7" providerId="ADAL" clId="{E8C17ABD-3273-49D0-BAC5-0A1AF5DC93E9}" dt="2025-10-02T04:08:16.763" v="7080" actId="1076"/>
          <ac:spMkLst>
            <pc:docMk/>
            <pc:sldMk cId="3577996063" sldId="303"/>
            <ac:spMk id="15" creationId="{73B88E26-F203-686D-46D2-29F0B0DF9C1D}"/>
          </ac:spMkLst>
        </pc:spChg>
        <pc:spChg chg="add mod">
          <ac:chgData name="RUCAS" userId="aa484947-4b2a-42b8-8419-1f990e4d59e7" providerId="ADAL" clId="{E8C17ABD-3273-49D0-BAC5-0A1AF5DC93E9}" dt="2025-10-02T04:08:16.763" v="7080" actId="1076"/>
          <ac:spMkLst>
            <pc:docMk/>
            <pc:sldMk cId="3577996063" sldId="303"/>
            <ac:spMk id="17" creationId="{4807BFA1-D297-817B-45B8-3EDD04239051}"/>
          </ac:spMkLst>
        </pc:spChg>
        <pc:spChg chg="del mod">
          <ac:chgData name="RUCAS" userId="aa484947-4b2a-42b8-8419-1f990e4d59e7" providerId="ADAL" clId="{E8C17ABD-3273-49D0-BAC5-0A1AF5DC93E9}" dt="2025-10-02T04:06:11.629" v="6994" actId="21"/>
          <ac:spMkLst>
            <pc:docMk/>
            <pc:sldMk cId="3577996063" sldId="303"/>
            <ac:spMk id="19" creationId="{BC46FE35-FD56-AE0D-3BDD-F6AC4F310615}"/>
          </ac:spMkLst>
        </pc:spChg>
        <pc:spChg chg="mod">
          <ac:chgData name="RUCAS" userId="aa484947-4b2a-42b8-8419-1f990e4d59e7" providerId="ADAL" clId="{E8C17ABD-3273-49D0-BAC5-0A1AF5DC93E9}" dt="2025-10-02T04:05:55.729" v="6975" actId="1076"/>
          <ac:spMkLst>
            <pc:docMk/>
            <pc:sldMk cId="3577996063" sldId="303"/>
            <ac:spMk id="20" creationId="{F8F57CD6-4E4D-637A-C28B-6CC36DBF9E74}"/>
          </ac:spMkLst>
        </pc:spChg>
        <pc:spChg chg="add mod">
          <ac:chgData name="RUCAS" userId="aa484947-4b2a-42b8-8419-1f990e4d59e7" providerId="ADAL" clId="{E8C17ABD-3273-49D0-BAC5-0A1AF5DC93E9}" dt="2025-10-02T04:08:16.763" v="7080" actId="1076"/>
          <ac:spMkLst>
            <pc:docMk/>
            <pc:sldMk cId="3577996063" sldId="303"/>
            <ac:spMk id="21" creationId="{9DAE5FD0-2460-5DE1-3E05-EFC3CFF2FAAC}"/>
          </ac:spMkLst>
        </pc:spChg>
        <pc:spChg chg="add del mod">
          <ac:chgData name="RUCAS" userId="aa484947-4b2a-42b8-8419-1f990e4d59e7" providerId="ADAL" clId="{E8C17ABD-3273-49D0-BAC5-0A1AF5DC93E9}" dt="2025-10-02T04:07:41.721" v="7075" actId="21"/>
          <ac:spMkLst>
            <pc:docMk/>
            <pc:sldMk cId="3577996063" sldId="303"/>
            <ac:spMk id="22" creationId="{86E53B67-1685-48D2-9DD8-1B719FF7000A}"/>
          </ac:spMkLst>
        </pc:spChg>
        <pc:spChg chg="add mod">
          <ac:chgData name="RUCAS" userId="aa484947-4b2a-42b8-8419-1f990e4d59e7" providerId="ADAL" clId="{E8C17ABD-3273-49D0-BAC5-0A1AF5DC93E9}" dt="2025-10-02T04:08:06.711" v="7078" actId="1076"/>
          <ac:spMkLst>
            <pc:docMk/>
            <pc:sldMk cId="3577996063" sldId="303"/>
            <ac:spMk id="23" creationId="{293161F6-753A-B52F-7715-31F92F92CE6A}"/>
          </ac:spMkLst>
        </pc:spChg>
        <pc:spChg chg="add mod">
          <ac:chgData name="RUCAS" userId="aa484947-4b2a-42b8-8419-1f990e4d59e7" providerId="ADAL" clId="{E8C17ABD-3273-49D0-BAC5-0A1AF5DC93E9}" dt="2025-10-02T04:08:06.711" v="7078" actId="1076"/>
          <ac:spMkLst>
            <pc:docMk/>
            <pc:sldMk cId="3577996063" sldId="303"/>
            <ac:spMk id="24" creationId="{135FB4B3-639D-2A4A-5F28-6F399CDF38F0}"/>
          </ac:spMkLst>
        </pc:spChg>
        <pc:spChg chg="add mod">
          <ac:chgData name="RUCAS" userId="aa484947-4b2a-42b8-8419-1f990e4d59e7" providerId="ADAL" clId="{E8C17ABD-3273-49D0-BAC5-0A1AF5DC93E9}" dt="2025-10-02T04:08:38.356" v="7094" actId="1076"/>
          <ac:spMkLst>
            <pc:docMk/>
            <pc:sldMk cId="3577996063" sldId="303"/>
            <ac:spMk id="25" creationId="{4224F7C4-6F74-57CD-3F04-6E6110DB92CD}"/>
          </ac:spMkLst>
        </pc:spChg>
        <pc:spChg chg="add mod">
          <ac:chgData name="RUCAS" userId="aa484947-4b2a-42b8-8419-1f990e4d59e7" providerId="ADAL" clId="{E8C17ABD-3273-49D0-BAC5-0A1AF5DC93E9}" dt="2025-10-02T04:08:38.356" v="7094" actId="1076"/>
          <ac:spMkLst>
            <pc:docMk/>
            <pc:sldMk cId="3577996063" sldId="303"/>
            <ac:spMk id="26" creationId="{56E17AF0-928A-66F4-03F7-E4FC7312DFE7}"/>
          </ac:spMkLst>
        </pc:spChg>
        <pc:spChg chg="add mod">
          <ac:chgData name="RUCAS" userId="aa484947-4b2a-42b8-8419-1f990e4d59e7" providerId="ADAL" clId="{E8C17ABD-3273-49D0-BAC5-0A1AF5DC93E9}" dt="2025-10-02T04:08:33.530" v="7092" actId="571"/>
          <ac:spMkLst>
            <pc:docMk/>
            <pc:sldMk cId="3577996063" sldId="303"/>
            <ac:spMk id="27" creationId="{AEBE6026-DB8A-9939-E12B-251BA7C93DF4}"/>
          </ac:spMkLst>
        </pc:spChg>
        <pc:spChg chg="add mod">
          <ac:chgData name="RUCAS" userId="aa484947-4b2a-42b8-8419-1f990e4d59e7" providerId="ADAL" clId="{E8C17ABD-3273-49D0-BAC5-0A1AF5DC93E9}" dt="2025-10-02T04:08:33.210" v="7091" actId="571"/>
          <ac:spMkLst>
            <pc:docMk/>
            <pc:sldMk cId="3577996063" sldId="303"/>
            <ac:spMk id="28" creationId="{954291E0-374F-E651-003B-25F85C01014F}"/>
          </ac:spMkLst>
        </pc:spChg>
        <pc:spChg chg="add mod">
          <ac:chgData name="RUCAS" userId="aa484947-4b2a-42b8-8419-1f990e4d59e7" providerId="ADAL" clId="{E8C17ABD-3273-49D0-BAC5-0A1AF5DC93E9}" dt="2025-10-02T04:08:41.008" v="7095" actId="571"/>
          <ac:spMkLst>
            <pc:docMk/>
            <pc:sldMk cId="3577996063" sldId="303"/>
            <ac:spMk id="29" creationId="{5B4A79A4-4BEF-FB45-458D-C3735C14B043}"/>
          </ac:spMkLst>
        </pc:spChg>
        <pc:spChg chg="add mod">
          <ac:chgData name="RUCAS" userId="aa484947-4b2a-42b8-8419-1f990e4d59e7" providerId="ADAL" clId="{E8C17ABD-3273-49D0-BAC5-0A1AF5DC93E9}" dt="2025-10-02T04:08:41.008" v="7095" actId="571"/>
          <ac:spMkLst>
            <pc:docMk/>
            <pc:sldMk cId="3577996063" sldId="303"/>
            <ac:spMk id="30" creationId="{35395F8D-B78D-B2B1-F2CC-23359A5B3631}"/>
          </ac:spMkLst>
        </pc:spChg>
        <pc:spChg chg="add mod">
          <ac:chgData name="RUCAS" userId="aa484947-4b2a-42b8-8419-1f990e4d59e7" providerId="ADAL" clId="{E8C17ABD-3273-49D0-BAC5-0A1AF5DC93E9}" dt="2025-10-02T04:08:47.981" v="7103"/>
          <ac:spMkLst>
            <pc:docMk/>
            <pc:sldMk cId="3577996063" sldId="303"/>
            <ac:spMk id="31" creationId="{0A38DA9E-875B-16B5-A326-A4C36A5FE839}"/>
          </ac:spMkLst>
        </pc:spChg>
        <pc:spChg chg="add mod">
          <ac:chgData name="RUCAS" userId="aa484947-4b2a-42b8-8419-1f990e4d59e7" providerId="ADAL" clId="{E8C17ABD-3273-49D0-BAC5-0A1AF5DC93E9}" dt="2025-10-02T04:08:59.009" v="7124" actId="1076"/>
          <ac:spMkLst>
            <pc:docMk/>
            <pc:sldMk cId="3577996063" sldId="303"/>
            <ac:spMk id="32" creationId="{2954DC83-548A-BE1F-93D6-C599E4E9830E}"/>
          </ac:spMkLst>
        </pc:spChg>
        <pc:graphicFrameChg chg="add mod">
          <ac:chgData name="RUCAS" userId="aa484947-4b2a-42b8-8419-1f990e4d59e7" providerId="ADAL" clId="{E8C17ABD-3273-49D0-BAC5-0A1AF5DC93E9}" dt="2025-10-02T04:09:01.662" v="7125" actId="14100"/>
          <ac:graphicFrameMkLst>
            <pc:docMk/>
            <pc:sldMk cId="3577996063" sldId="303"/>
            <ac:graphicFrameMk id="11" creationId="{1114DCF2-95E5-7D62-0B8E-72ECAEA309F8}"/>
          </ac:graphicFrameMkLst>
        </pc:graphicFrameChg>
      </pc:sldChg>
      <pc:sldChg chg="addSp delSp modSp add mod">
        <pc:chgData name="RUCAS" userId="aa484947-4b2a-42b8-8419-1f990e4d59e7" providerId="ADAL" clId="{E8C17ABD-3273-49D0-BAC5-0A1AF5DC93E9}" dt="2025-10-02T04:10:01.554" v="7189"/>
        <pc:sldMkLst>
          <pc:docMk/>
          <pc:sldMk cId="3717116623" sldId="304"/>
        </pc:sldMkLst>
        <pc:spChg chg="add del mod">
          <ac:chgData name="RUCAS" userId="aa484947-4b2a-42b8-8419-1f990e4d59e7" providerId="ADAL" clId="{E8C17ABD-3273-49D0-BAC5-0A1AF5DC93E9}" dt="2025-10-02T04:10:01.554" v="7189"/>
          <ac:spMkLst>
            <pc:docMk/>
            <pc:sldMk cId="3717116623" sldId="304"/>
            <ac:spMk id="8" creationId="{98896ED1-4515-BC9F-84E0-7734516A8C4F}"/>
          </ac:spMkLst>
        </pc:spChg>
        <pc:spChg chg="mod">
          <ac:chgData name="RUCAS" userId="aa484947-4b2a-42b8-8419-1f990e4d59e7" providerId="ADAL" clId="{E8C17ABD-3273-49D0-BAC5-0A1AF5DC93E9}" dt="2025-10-02T04:09:50.408" v="7168" actId="207"/>
          <ac:spMkLst>
            <pc:docMk/>
            <pc:sldMk cId="3717116623" sldId="304"/>
            <ac:spMk id="14" creationId="{C582C6D3-6E7A-2B4B-7849-190A84613A65}"/>
          </ac:spMkLst>
        </pc:spChg>
        <pc:spChg chg="add del">
          <ac:chgData name="RUCAS" userId="aa484947-4b2a-42b8-8419-1f990e4d59e7" providerId="ADAL" clId="{E8C17ABD-3273-49D0-BAC5-0A1AF5DC93E9}" dt="2025-10-02T04:09:56.344" v="7171" actId="21"/>
          <ac:spMkLst>
            <pc:docMk/>
            <pc:sldMk cId="3717116623" sldId="304"/>
            <ac:spMk id="16" creationId="{7F99DAD9-3FD6-78AB-0E6A-E32CE1C22B29}"/>
          </ac:spMkLst>
        </pc:spChg>
        <pc:spChg chg="add mod">
          <ac:chgData name="RUCAS" userId="aa484947-4b2a-42b8-8419-1f990e4d59e7" providerId="ADAL" clId="{E8C17ABD-3273-49D0-BAC5-0A1AF5DC93E9}" dt="2025-10-02T04:09:44.031" v="7166" actId="14100"/>
          <ac:spMkLst>
            <pc:docMk/>
            <pc:sldMk cId="3717116623" sldId="304"/>
            <ac:spMk id="17" creationId="{1B82B6EE-8D4B-F269-BAD6-EDA0BE1D01E5}"/>
          </ac:spMkLst>
        </pc:spChg>
        <pc:spChg chg="add del">
          <ac:chgData name="RUCAS" userId="aa484947-4b2a-42b8-8419-1f990e4d59e7" providerId="ADAL" clId="{E8C17ABD-3273-49D0-BAC5-0A1AF5DC93E9}" dt="2025-10-02T04:09:56.344" v="7171" actId="21"/>
          <ac:spMkLst>
            <pc:docMk/>
            <pc:sldMk cId="3717116623" sldId="304"/>
            <ac:spMk id="18" creationId="{7BF2EC63-3B5A-CBD2-C055-C001D3BFB7C9}"/>
          </ac:spMkLst>
        </pc:spChg>
        <pc:grpChg chg="add mod">
          <ac:chgData name="RUCAS" userId="aa484947-4b2a-42b8-8419-1f990e4d59e7" providerId="ADAL" clId="{E8C17ABD-3273-49D0-BAC5-0A1AF5DC93E9}" dt="2025-10-02T04:09:48.169" v="7167" actId="14100"/>
          <ac:grpSpMkLst>
            <pc:docMk/>
            <pc:sldMk cId="3717116623" sldId="304"/>
            <ac:grpSpMk id="11" creationId="{30C4598E-B091-F1C6-2750-AD001C483D68}"/>
          </ac:grpSpMkLst>
        </pc:grpChg>
        <pc:picChg chg="mod">
          <ac:chgData name="RUCAS" userId="aa484947-4b2a-42b8-8419-1f990e4d59e7" providerId="ADAL" clId="{E8C17ABD-3273-49D0-BAC5-0A1AF5DC93E9}" dt="2025-10-02T04:09:23.307" v="7127"/>
          <ac:picMkLst>
            <pc:docMk/>
            <pc:sldMk cId="3717116623" sldId="304"/>
            <ac:picMk id="12" creationId="{639DA05F-C268-1929-AFFF-9FC98C1C6956}"/>
          </ac:picMkLst>
        </pc:picChg>
        <pc:picChg chg="mod">
          <ac:chgData name="RUCAS" userId="aa484947-4b2a-42b8-8419-1f990e4d59e7" providerId="ADAL" clId="{E8C17ABD-3273-49D0-BAC5-0A1AF5DC93E9}" dt="2025-10-02T04:09:23.307" v="7127"/>
          <ac:picMkLst>
            <pc:docMk/>
            <pc:sldMk cId="3717116623" sldId="304"/>
            <ac:picMk id="15" creationId="{94A72333-7103-C767-4EE5-AC93E592FB9C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14:46.389" v="7354" actId="1076"/>
        <pc:sldMkLst>
          <pc:docMk/>
          <pc:sldMk cId="1835975886" sldId="305"/>
        </pc:sldMkLst>
        <pc:spChg chg="mod">
          <ac:chgData name="RUCAS" userId="aa484947-4b2a-42b8-8419-1f990e4d59e7" providerId="ADAL" clId="{E8C17ABD-3273-49D0-BAC5-0A1AF5DC93E9}" dt="2025-10-02T04:10:50.865" v="7235" actId="1076"/>
          <ac:spMkLst>
            <pc:docMk/>
            <pc:sldMk cId="1835975886" sldId="305"/>
            <ac:spMk id="4" creationId="{88B8F8B1-AD4E-DCAA-D8DB-DE20AB96C836}"/>
          </ac:spMkLst>
        </pc:spChg>
        <pc:spChg chg="mod">
          <ac:chgData name="RUCAS" userId="aa484947-4b2a-42b8-8419-1f990e4d59e7" providerId="ADAL" clId="{E8C17ABD-3273-49D0-BAC5-0A1AF5DC93E9}" dt="2025-10-02T04:10:04.797" v="7191" actId="207"/>
          <ac:spMkLst>
            <pc:docMk/>
            <pc:sldMk cId="1835975886" sldId="305"/>
            <ac:spMk id="6" creationId="{CB1B2FEC-76C8-F3A2-0EE8-58C59568643C}"/>
          </ac:spMkLst>
        </pc:spChg>
        <pc:spChg chg="mod">
          <ac:chgData name="RUCAS" userId="aa484947-4b2a-42b8-8419-1f990e4d59e7" providerId="ADAL" clId="{E8C17ABD-3273-49D0-BAC5-0A1AF5DC93E9}" dt="2025-10-02T04:10:25.305" v="7214"/>
          <ac:spMkLst>
            <pc:docMk/>
            <pc:sldMk cId="1835975886" sldId="305"/>
            <ac:spMk id="8" creationId="{4EB99C9D-D09A-6E6F-74F8-4C8115C7CF6D}"/>
          </ac:spMkLst>
        </pc:spChg>
        <pc:spChg chg="mod">
          <ac:chgData name="RUCAS" userId="aa484947-4b2a-42b8-8419-1f990e4d59e7" providerId="ADAL" clId="{E8C17ABD-3273-49D0-BAC5-0A1AF5DC93E9}" dt="2025-10-02T04:10:06.768" v="7192" actId="207"/>
          <ac:spMkLst>
            <pc:docMk/>
            <pc:sldMk cId="1835975886" sldId="305"/>
            <ac:spMk id="14" creationId="{7C004637-32B4-4E52-8459-F1A6F4C2D623}"/>
          </ac:spMkLst>
        </pc:spChg>
        <pc:spChg chg="add mod">
          <ac:chgData name="RUCAS" userId="aa484947-4b2a-42b8-8419-1f990e4d59e7" providerId="ADAL" clId="{E8C17ABD-3273-49D0-BAC5-0A1AF5DC93E9}" dt="2025-10-02T04:10:49.436" v="7234" actId="1076"/>
          <ac:spMkLst>
            <pc:docMk/>
            <pc:sldMk cId="1835975886" sldId="305"/>
            <ac:spMk id="16" creationId="{B9D0F8F0-8BE7-F9FC-3909-1F0EA1860722}"/>
          </ac:spMkLst>
        </pc:spChg>
        <pc:spChg chg="mod">
          <ac:chgData name="RUCAS" userId="aa484947-4b2a-42b8-8419-1f990e4d59e7" providerId="ADAL" clId="{E8C17ABD-3273-49D0-BAC5-0A1AF5DC93E9}" dt="2025-10-02T04:14:46.389" v="7354" actId="1076"/>
          <ac:spMkLst>
            <pc:docMk/>
            <pc:sldMk cId="1835975886" sldId="305"/>
            <ac:spMk id="17" creationId="{BBEEF5F9-A2C3-18E1-A4F8-039697F0DD98}"/>
          </ac:spMkLst>
        </pc:spChg>
        <pc:spChg chg="add mod">
          <ac:chgData name="RUCAS" userId="aa484947-4b2a-42b8-8419-1f990e4d59e7" providerId="ADAL" clId="{E8C17ABD-3273-49D0-BAC5-0A1AF5DC93E9}" dt="2025-10-02T04:10:49.436" v="7234" actId="1076"/>
          <ac:spMkLst>
            <pc:docMk/>
            <pc:sldMk cId="1835975886" sldId="305"/>
            <ac:spMk id="18" creationId="{5DCCFCCE-303B-517E-0AFF-217A9FF28E27}"/>
          </ac:spMkLst>
        </pc:spChg>
        <pc:spChg chg="add del mod">
          <ac:chgData name="RUCAS" userId="aa484947-4b2a-42b8-8419-1f990e4d59e7" providerId="ADAL" clId="{E8C17ABD-3273-49D0-BAC5-0A1AF5DC93E9}" dt="2025-10-02T04:10:52.234" v="7236" actId="21"/>
          <ac:spMkLst>
            <pc:docMk/>
            <pc:sldMk cId="1835975886" sldId="305"/>
            <ac:spMk id="21" creationId="{CF6C8AFC-8369-F840-B162-022465256F44}"/>
          </ac:spMkLst>
        </pc:spChg>
        <pc:spChg chg="add del mod">
          <ac:chgData name="RUCAS" userId="aa484947-4b2a-42b8-8419-1f990e4d59e7" providerId="ADAL" clId="{E8C17ABD-3273-49D0-BAC5-0A1AF5DC93E9}" dt="2025-10-02T04:12:44.333" v="7291" actId="21"/>
          <ac:spMkLst>
            <pc:docMk/>
            <pc:sldMk cId="1835975886" sldId="305"/>
            <ac:spMk id="23" creationId="{58674CD5-9413-3CD6-30E2-ACB791FFD052}"/>
          </ac:spMkLst>
        </pc:spChg>
        <pc:spChg chg="add del mod">
          <ac:chgData name="RUCAS" userId="aa484947-4b2a-42b8-8419-1f990e4d59e7" providerId="ADAL" clId="{E8C17ABD-3273-49D0-BAC5-0A1AF5DC93E9}" dt="2025-10-02T04:12:13.658" v="7287" actId="21"/>
          <ac:spMkLst>
            <pc:docMk/>
            <pc:sldMk cId="1835975886" sldId="305"/>
            <ac:spMk id="24" creationId="{1600175B-3EFC-BB68-5B9F-94E49BA4CD76}"/>
          </ac:spMkLst>
        </pc:spChg>
        <pc:spChg chg="add del mod">
          <ac:chgData name="RUCAS" userId="aa484947-4b2a-42b8-8419-1f990e4d59e7" providerId="ADAL" clId="{E8C17ABD-3273-49D0-BAC5-0A1AF5DC93E9}" dt="2025-10-02T04:12:13.098" v="7286" actId="21"/>
          <ac:spMkLst>
            <pc:docMk/>
            <pc:sldMk cId="1835975886" sldId="305"/>
            <ac:spMk id="25" creationId="{6AF425AD-BD68-3662-A395-E257419C4C67}"/>
          </ac:spMkLst>
        </pc:spChg>
        <pc:spChg chg="add mod">
          <ac:chgData name="RUCAS" userId="aa484947-4b2a-42b8-8419-1f990e4d59e7" providerId="ADAL" clId="{E8C17ABD-3273-49D0-BAC5-0A1AF5DC93E9}" dt="2025-10-02T04:14:40.816" v="7353" actId="1076"/>
          <ac:spMkLst>
            <pc:docMk/>
            <pc:sldMk cId="1835975886" sldId="305"/>
            <ac:spMk id="26" creationId="{AFA57D0E-1AC3-57BA-870E-93EC4CE2CBAD}"/>
          </ac:spMkLst>
        </pc:spChg>
        <pc:spChg chg="add mod">
          <ac:chgData name="RUCAS" userId="aa484947-4b2a-42b8-8419-1f990e4d59e7" providerId="ADAL" clId="{E8C17ABD-3273-49D0-BAC5-0A1AF5DC93E9}" dt="2025-10-02T04:14:39.236" v="7352" actId="1076"/>
          <ac:spMkLst>
            <pc:docMk/>
            <pc:sldMk cId="1835975886" sldId="305"/>
            <ac:spMk id="28" creationId="{7E1510E4-A472-D876-C1AB-9E25B176EF66}"/>
          </ac:spMkLst>
        </pc:spChg>
        <pc:spChg chg="add del mod">
          <ac:chgData name="RUCAS" userId="aa484947-4b2a-42b8-8419-1f990e4d59e7" providerId="ADAL" clId="{E8C17ABD-3273-49D0-BAC5-0A1AF5DC93E9}" dt="2025-10-02T04:13:33.082" v="7323" actId="21"/>
          <ac:spMkLst>
            <pc:docMk/>
            <pc:sldMk cId="1835975886" sldId="305"/>
            <ac:spMk id="29" creationId="{7A32FCA5-E4A8-10E7-0872-62BB2221507C}"/>
          </ac:spMkLst>
        </pc:spChg>
        <pc:spChg chg="add mod">
          <ac:chgData name="RUCAS" userId="aa484947-4b2a-42b8-8419-1f990e4d59e7" providerId="ADAL" clId="{E8C17ABD-3273-49D0-BAC5-0A1AF5DC93E9}" dt="2025-10-02T04:14:14.658" v="7341" actId="14100"/>
          <ac:spMkLst>
            <pc:docMk/>
            <pc:sldMk cId="1835975886" sldId="305"/>
            <ac:spMk id="34" creationId="{8EB2A4FE-FC02-EA9E-0FFF-1F393E6C01C8}"/>
          </ac:spMkLst>
        </pc:spChg>
        <pc:spChg chg="add mod">
          <ac:chgData name="RUCAS" userId="aa484947-4b2a-42b8-8419-1f990e4d59e7" providerId="ADAL" clId="{E8C17ABD-3273-49D0-BAC5-0A1AF5DC93E9}" dt="2025-10-02T04:14:16.264" v="7342" actId="571"/>
          <ac:spMkLst>
            <pc:docMk/>
            <pc:sldMk cId="1835975886" sldId="305"/>
            <ac:spMk id="35" creationId="{825BA235-FE73-7A97-78F1-D05B96CAAC55}"/>
          </ac:spMkLst>
        </pc:spChg>
        <pc:spChg chg="add mod">
          <ac:chgData name="RUCAS" userId="aa484947-4b2a-42b8-8419-1f990e4d59e7" providerId="ADAL" clId="{E8C17ABD-3273-49D0-BAC5-0A1AF5DC93E9}" dt="2025-10-02T04:14:18.133" v="7343" actId="571"/>
          <ac:spMkLst>
            <pc:docMk/>
            <pc:sldMk cId="1835975886" sldId="305"/>
            <ac:spMk id="36" creationId="{32C7A257-F301-F718-9870-EBFFEDCDBE25}"/>
          </ac:spMkLst>
        </pc:spChg>
        <pc:spChg chg="add mod">
          <ac:chgData name="RUCAS" userId="aa484947-4b2a-42b8-8419-1f990e4d59e7" providerId="ADAL" clId="{E8C17ABD-3273-49D0-BAC5-0A1AF5DC93E9}" dt="2025-10-02T04:14:19.281" v="7344" actId="571"/>
          <ac:spMkLst>
            <pc:docMk/>
            <pc:sldMk cId="1835975886" sldId="305"/>
            <ac:spMk id="37" creationId="{E1EC817E-653D-2C7C-B18B-1A4901373C56}"/>
          </ac:spMkLst>
        </pc:spChg>
        <pc:spChg chg="add mod">
          <ac:chgData name="RUCAS" userId="aa484947-4b2a-42b8-8419-1f990e4d59e7" providerId="ADAL" clId="{E8C17ABD-3273-49D0-BAC5-0A1AF5DC93E9}" dt="2025-10-02T04:14:20.202" v="7345" actId="571"/>
          <ac:spMkLst>
            <pc:docMk/>
            <pc:sldMk cId="1835975886" sldId="305"/>
            <ac:spMk id="38" creationId="{914C2FA7-C2C7-EF08-273C-CEF6D4DD39EE}"/>
          </ac:spMkLst>
        </pc:spChg>
        <pc:spChg chg="add mod">
          <ac:chgData name="RUCAS" userId="aa484947-4b2a-42b8-8419-1f990e4d59e7" providerId="ADAL" clId="{E8C17ABD-3273-49D0-BAC5-0A1AF5DC93E9}" dt="2025-10-02T04:14:22.911" v="7347" actId="1076"/>
          <ac:spMkLst>
            <pc:docMk/>
            <pc:sldMk cId="1835975886" sldId="305"/>
            <ac:spMk id="39" creationId="{C739F986-3FDB-4E30-9C87-7A8177387672}"/>
          </ac:spMkLst>
        </pc:spChg>
        <pc:spChg chg="add mod">
          <ac:chgData name="RUCAS" userId="aa484947-4b2a-42b8-8419-1f990e4d59e7" providerId="ADAL" clId="{E8C17ABD-3273-49D0-BAC5-0A1AF5DC93E9}" dt="2025-10-02T04:14:24.264" v="7348" actId="571"/>
          <ac:spMkLst>
            <pc:docMk/>
            <pc:sldMk cId="1835975886" sldId="305"/>
            <ac:spMk id="40" creationId="{8D3771C2-31D0-C102-F4C7-38F9756EF225}"/>
          </ac:spMkLst>
        </pc:spChg>
        <pc:spChg chg="add">
          <ac:chgData name="RUCAS" userId="aa484947-4b2a-42b8-8419-1f990e4d59e7" providerId="ADAL" clId="{E8C17ABD-3273-49D0-BAC5-0A1AF5DC93E9}" dt="2025-10-02T04:14:34.665" v="7350" actId="11529"/>
          <ac:spMkLst>
            <pc:docMk/>
            <pc:sldMk cId="1835975886" sldId="305"/>
            <ac:spMk id="41" creationId="{46781FCD-1BB0-5A1C-6DFC-6341187D8B55}"/>
          </ac:spMkLst>
        </pc:spChg>
        <pc:spChg chg="add mod">
          <ac:chgData name="RUCAS" userId="aa484947-4b2a-42b8-8419-1f990e4d59e7" providerId="ADAL" clId="{E8C17ABD-3273-49D0-BAC5-0A1AF5DC93E9}" dt="2025-10-02T04:14:37.180" v="7351" actId="571"/>
          <ac:spMkLst>
            <pc:docMk/>
            <pc:sldMk cId="1835975886" sldId="305"/>
            <ac:spMk id="42" creationId="{2186F49E-66AD-025A-D9B7-94E07DCE195D}"/>
          </ac:spMkLst>
        </pc:spChg>
        <pc:grpChg chg="del">
          <ac:chgData name="RUCAS" userId="aa484947-4b2a-42b8-8419-1f990e4d59e7" providerId="ADAL" clId="{E8C17ABD-3273-49D0-BAC5-0A1AF5DC93E9}" dt="2025-10-02T04:10:12.285" v="7193" actId="21"/>
          <ac:grpSpMkLst>
            <pc:docMk/>
            <pc:sldMk cId="1835975886" sldId="305"/>
            <ac:grpSpMk id="11" creationId="{AD65549D-4C48-3FBA-AA79-F16D4FD1526B}"/>
          </ac:grpSpMkLst>
        </pc:grpChg>
        <pc:picChg chg="add del mod">
          <ac:chgData name="RUCAS" userId="aa484947-4b2a-42b8-8419-1f990e4d59e7" providerId="ADAL" clId="{E8C17ABD-3273-49D0-BAC5-0A1AF5DC93E9}" dt="2025-10-02T04:12:44.333" v="7291" actId="21"/>
          <ac:picMkLst>
            <pc:docMk/>
            <pc:sldMk cId="1835975886" sldId="305"/>
            <ac:picMk id="22" creationId="{33514976-0472-CDBE-FADA-BE1056C1FF47}"/>
          </ac:picMkLst>
        </pc:picChg>
        <pc:picChg chg="add del mod">
          <ac:chgData name="RUCAS" userId="aa484947-4b2a-42b8-8419-1f990e4d59e7" providerId="ADAL" clId="{E8C17ABD-3273-49D0-BAC5-0A1AF5DC93E9}" dt="2025-10-02T04:13:39.258" v="7325" actId="21"/>
          <ac:picMkLst>
            <pc:docMk/>
            <pc:sldMk cId="1835975886" sldId="305"/>
            <ac:picMk id="27" creationId="{68566B44-3DBC-4F3B-F711-DABEA90744F4}"/>
          </ac:picMkLst>
        </pc:picChg>
        <pc:cxnChg chg="add mod">
          <ac:chgData name="RUCAS" userId="aa484947-4b2a-42b8-8419-1f990e4d59e7" providerId="ADAL" clId="{E8C17ABD-3273-49D0-BAC5-0A1AF5DC93E9}" dt="2025-10-02T04:13:45.798" v="7327" actId="1076"/>
          <ac:cxnSpMkLst>
            <pc:docMk/>
            <pc:sldMk cId="1835975886" sldId="305"/>
            <ac:cxnSpMk id="31" creationId="{E9957ABF-D0F1-0E23-59CC-2282856D3643}"/>
          </ac:cxnSpMkLst>
        </pc:cxnChg>
        <pc:cxnChg chg="add">
          <ac:chgData name="RUCAS" userId="aa484947-4b2a-42b8-8419-1f990e4d59e7" providerId="ADAL" clId="{E8C17ABD-3273-49D0-BAC5-0A1AF5DC93E9}" dt="2025-10-02T04:13:57.249" v="7328" actId="11529"/>
          <ac:cxnSpMkLst>
            <pc:docMk/>
            <pc:sldMk cId="1835975886" sldId="305"/>
            <ac:cxnSpMk id="33" creationId="{E9ECF7EF-B848-43A5-33D5-2134D3780E12}"/>
          </ac:cxnSpMkLst>
        </pc:cxnChg>
      </pc:sldChg>
      <pc:sldChg chg="add">
        <pc:chgData name="RUCAS" userId="aa484947-4b2a-42b8-8419-1f990e4d59e7" providerId="ADAL" clId="{E8C17ABD-3273-49D0-BAC5-0A1AF5DC93E9}" dt="2025-10-02T04:12:40.463" v="7290"/>
        <pc:sldMkLst>
          <pc:docMk/>
          <pc:sldMk cId="1999757864" sldId="306"/>
        </pc:sldMkLst>
      </pc:sldChg>
      <pc:sldChg chg="addSp delSp modSp add mod">
        <pc:chgData name="RUCAS" userId="aa484947-4b2a-42b8-8419-1f990e4d59e7" providerId="ADAL" clId="{E8C17ABD-3273-49D0-BAC5-0A1AF5DC93E9}" dt="2025-10-02T04:24:04.090" v="7562" actId="21"/>
        <pc:sldMkLst>
          <pc:docMk/>
          <pc:sldMk cId="240269729" sldId="307"/>
        </pc:sldMkLst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2" creationId="{ECA8BBCB-9744-49CC-3FC6-5DAF8BDCEA4D}"/>
          </ac:spMkLst>
        </pc:spChg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3" creationId="{577AE2F5-D269-8944-9185-27DE1F5D3C43}"/>
          </ac:spMkLst>
        </pc:spChg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4" creationId="{CC94998B-9511-72DA-1345-6992A19A0601}"/>
          </ac:spMkLst>
        </pc:spChg>
        <pc:spChg chg="mod">
          <ac:chgData name="RUCAS" userId="aa484947-4b2a-42b8-8419-1f990e4d59e7" providerId="ADAL" clId="{E8C17ABD-3273-49D0-BAC5-0A1AF5DC93E9}" dt="2025-10-02T04:18:35.264" v="7357" actId="207"/>
          <ac:spMkLst>
            <pc:docMk/>
            <pc:sldMk cId="240269729" sldId="307"/>
            <ac:spMk id="6" creationId="{4BDA81F8-FE58-F040-CDD7-3CA9E057BF2B}"/>
          </ac:spMkLst>
        </pc:spChg>
        <pc:spChg chg="mod">
          <ac:chgData name="RUCAS" userId="aa484947-4b2a-42b8-8419-1f990e4d59e7" providerId="ADAL" clId="{E8C17ABD-3273-49D0-BAC5-0A1AF5DC93E9}" dt="2025-10-02T04:18:32.470" v="7356" actId="207"/>
          <ac:spMkLst>
            <pc:docMk/>
            <pc:sldMk cId="240269729" sldId="307"/>
            <ac:spMk id="7" creationId="{52D592EF-5823-3015-F5B1-98D8B01C6BDE}"/>
          </ac:spMkLst>
        </pc:spChg>
        <pc:spChg chg="add mod">
          <ac:chgData name="RUCAS" userId="aa484947-4b2a-42b8-8419-1f990e4d59e7" providerId="ADAL" clId="{E8C17ABD-3273-49D0-BAC5-0A1AF5DC93E9}" dt="2025-10-02T04:20:37.897" v="7375" actId="1076"/>
          <ac:spMkLst>
            <pc:docMk/>
            <pc:sldMk cId="240269729" sldId="307"/>
            <ac:spMk id="15" creationId="{F10E09A3-323A-493A-954F-97114F16AF47}"/>
          </ac:spMkLst>
        </pc:spChg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16" creationId="{3E012520-9796-92A8-8508-4AD4F5B95A81}"/>
          </ac:spMkLst>
        </pc:spChg>
        <pc:spChg chg="mod">
          <ac:chgData name="RUCAS" userId="aa484947-4b2a-42b8-8419-1f990e4d59e7" providerId="ADAL" clId="{E8C17ABD-3273-49D0-BAC5-0A1AF5DC93E9}" dt="2025-10-02T04:20:51.737" v="7448"/>
          <ac:spMkLst>
            <pc:docMk/>
            <pc:sldMk cId="240269729" sldId="307"/>
            <ac:spMk id="17" creationId="{CD30F6AF-2281-32C1-C690-8960C8ECAA40}"/>
          </ac:spMkLst>
        </pc:spChg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18" creationId="{DE2C1E37-F923-0698-46F6-310DA172F42A}"/>
          </ac:spMkLst>
        </pc:spChg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19" creationId="{6F0D448D-4144-B3EA-CED7-152554FA0591}"/>
          </ac:spMkLst>
        </pc:spChg>
        <pc:spChg chg="del">
          <ac:chgData name="RUCAS" userId="aa484947-4b2a-42b8-8419-1f990e4d59e7" providerId="ADAL" clId="{E8C17ABD-3273-49D0-BAC5-0A1AF5DC93E9}" dt="2025-10-02T04:18:49.205" v="7358" actId="478"/>
          <ac:spMkLst>
            <pc:docMk/>
            <pc:sldMk cId="240269729" sldId="307"/>
            <ac:spMk id="23" creationId="{CA62FDE1-3200-39CA-D6CE-C5AECE33D35C}"/>
          </ac:spMkLst>
        </pc:spChg>
        <pc:spChg chg="add del mod">
          <ac:chgData name="RUCAS" userId="aa484947-4b2a-42b8-8419-1f990e4d59e7" providerId="ADAL" clId="{E8C17ABD-3273-49D0-BAC5-0A1AF5DC93E9}" dt="2025-10-02T04:24:00.332" v="7559" actId="21"/>
          <ac:spMkLst>
            <pc:docMk/>
            <pc:sldMk cId="240269729" sldId="307"/>
            <ac:spMk id="26" creationId="{03D1B4B6-BA79-F30D-2CD1-85DD94EC538A}"/>
          </ac:spMkLst>
        </pc:spChg>
        <pc:spChg chg="add del mod">
          <ac:chgData name="RUCAS" userId="aa484947-4b2a-42b8-8419-1f990e4d59e7" providerId="ADAL" clId="{E8C17ABD-3273-49D0-BAC5-0A1AF5DC93E9}" dt="2025-10-02T04:24:04.090" v="7562" actId="21"/>
          <ac:spMkLst>
            <pc:docMk/>
            <pc:sldMk cId="240269729" sldId="307"/>
            <ac:spMk id="27" creationId="{03D1B4B6-BA79-F30D-2CD1-85DD94EC538A}"/>
          </ac:spMkLst>
        </pc:spChg>
        <pc:picChg chg="add del mod">
          <ac:chgData name="RUCAS" userId="aa484947-4b2a-42b8-8419-1f990e4d59e7" providerId="ADAL" clId="{E8C17ABD-3273-49D0-BAC5-0A1AF5DC93E9}" dt="2025-10-02T04:20:35.781" v="7373" actId="478"/>
          <ac:picMkLst>
            <pc:docMk/>
            <pc:sldMk cId="240269729" sldId="307"/>
            <ac:picMk id="11" creationId="{C3A1D16B-A1FB-017A-0CD2-404209C84298}"/>
          </ac:picMkLst>
        </pc:picChg>
        <pc:picChg chg="add mod">
          <ac:chgData name="RUCAS" userId="aa484947-4b2a-42b8-8419-1f990e4d59e7" providerId="ADAL" clId="{E8C17ABD-3273-49D0-BAC5-0A1AF5DC93E9}" dt="2025-10-02T04:20:37.897" v="7375" actId="1076"/>
          <ac:picMkLst>
            <pc:docMk/>
            <pc:sldMk cId="240269729" sldId="307"/>
            <ac:picMk id="12" creationId="{4EDD124B-723F-54AB-B1E7-D3C64AD9E218}"/>
          </ac:picMkLst>
        </pc:picChg>
        <pc:picChg chg="add del mod">
          <ac:chgData name="RUCAS" userId="aa484947-4b2a-42b8-8419-1f990e4d59e7" providerId="ADAL" clId="{E8C17ABD-3273-49D0-BAC5-0A1AF5DC93E9}" dt="2025-10-02T04:22:16.252" v="7508" actId="21"/>
          <ac:picMkLst>
            <pc:docMk/>
            <pc:sldMk cId="240269729" sldId="307"/>
            <ac:picMk id="21" creationId="{9F156D5C-3CA5-7B78-4ED8-8CBDCB205939}"/>
          </ac:picMkLst>
        </pc:picChg>
        <pc:picChg chg="del">
          <ac:chgData name="RUCAS" userId="aa484947-4b2a-42b8-8419-1f990e4d59e7" providerId="ADAL" clId="{E8C17ABD-3273-49D0-BAC5-0A1AF5DC93E9}" dt="2025-10-02T04:18:49.205" v="7358" actId="478"/>
          <ac:picMkLst>
            <pc:docMk/>
            <pc:sldMk cId="240269729" sldId="307"/>
            <ac:picMk id="22" creationId="{D74CD8AC-2C64-AEDC-8676-3BD0BF010821}"/>
          </ac:picMkLst>
        </pc:picChg>
        <pc:picChg chg="add del mod">
          <ac:chgData name="RUCAS" userId="aa484947-4b2a-42b8-8419-1f990e4d59e7" providerId="ADAL" clId="{E8C17ABD-3273-49D0-BAC5-0A1AF5DC93E9}" dt="2025-10-02T04:22:16.252" v="7508" actId="21"/>
          <ac:picMkLst>
            <pc:docMk/>
            <pc:sldMk cId="240269729" sldId="307"/>
            <ac:picMk id="24" creationId="{48F46044-63C5-609F-2181-44961FF7C0D2}"/>
          </ac:picMkLst>
        </pc:picChg>
        <pc:picChg chg="add del mod">
          <ac:chgData name="RUCAS" userId="aa484947-4b2a-42b8-8419-1f990e4d59e7" providerId="ADAL" clId="{E8C17ABD-3273-49D0-BAC5-0A1AF5DC93E9}" dt="2025-10-02T04:22:16.252" v="7508" actId="21"/>
          <ac:picMkLst>
            <pc:docMk/>
            <pc:sldMk cId="240269729" sldId="307"/>
            <ac:picMk id="25" creationId="{B5833184-1525-8F21-3A12-90534EC1458B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22:20.759" v="7512" actId="1076"/>
        <pc:sldMkLst>
          <pc:docMk/>
          <pc:sldMk cId="278964595" sldId="308"/>
        </pc:sldMkLst>
        <pc:spChg chg="add mod">
          <ac:chgData name="RUCAS" userId="aa484947-4b2a-42b8-8419-1f990e4d59e7" providerId="ADAL" clId="{E8C17ABD-3273-49D0-BAC5-0A1AF5DC93E9}" dt="2025-10-02T04:21:46.128" v="7498"/>
          <ac:spMkLst>
            <pc:docMk/>
            <pc:sldMk cId="278964595" sldId="308"/>
            <ac:spMk id="2" creationId="{DC91E2A9-F2FC-5BFC-31DF-BFB77124D400}"/>
          </ac:spMkLst>
        </pc:spChg>
        <pc:spChg chg="add mod">
          <ac:chgData name="RUCAS" userId="aa484947-4b2a-42b8-8419-1f990e4d59e7" providerId="ADAL" clId="{E8C17ABD-3273-49D0-BAC5-0A1AF5DC93E9}" dt="2025-10-02T04:21:53.737" v="7505"/>
          <ac:spMkLst>
            <pc:docMk/>
            <pc:sldMk cId="278964595" sldId="308"/>
            <ac:spMk id="3" creationId="{24D643A1-7F58-D1EC-8DCC-F7AE8BB25007}"/>
          </ac:spMkLst>
        </pc:spChg>
        <pc:spChg chg="mod">
          <ac:chgData name="RUCAS" userId="aa484947-4b2a-42b8-8419-1f990e4d59e7" providerId="ADAL" clId="{E8C17ABD-3273-49D0-BAC5-0A1AF5DC93E9}" dt="2025-10-02T04:21:19.550" v="7453" actId="207"/>
          <ac:spMkLst>
            <pc:docMk/>
            <pc:sldMk cId="278964595" sldId="308"/>
            <ac:spMk id="7" creationId="{ADF9CB80-021F-968D-FF1C-6D73D7816E49}"/>
          </ac:spMkLst>
        </pc:spChg>
        <pc:spChg chg="mod">
          <ac:chgData name="RUCAS" userId="aa484947-4b2a-42b8-8419-1f990e4d59e7" providerId="ADAL" clId="{E8C17ABD-3273-49D0-BAC5-0A1AF5DC93E9}" dt="2025-10-02T04:21:41.922" v="7478"/>
          <ac:spMkLst>
            <pc:docMk/>
            <pc:sldMk cId="278964595" sldId="308"/>
            <ac:spMk id="8" creationId="{F9450B18-E5A6-B296-5C56-F153550678B4}"/>
          </ac:spMkLst>
        </pc:spChg>
        <pc:spChg chg="del">
          <ac:chgData name="RUCAS" userId="aa484947-4b2a-42b8-8419-1f990e4d59e7" providerId="ADAL" clId="{E8C17ABD-3273-49D0-BAC5-0A1AF5DC93E9}" dt="2025-10-02T04:21:59.803" v="7506" actId="21"/>
          <ac:spMkLst>
            <pc:docMk/>
            <pc:sldMk cId="278964595" sldId="308"/>
            <ac:spMk id="17" creationId="{A837671B-389D-4C92-58DE-81215BEEF6C5}"/>
          </ac:spMkLst>
        </pc:spChg>
        <pc:spChg chg="mod">
          <ac:chgData name="RUCAS" userId="aa484947-4b2a-42b8-8419-1f990e4d59e7" providerId="ADAL" clId="{E8C17ABD-3273-49D0-BAC5-0A1AF5DC93E9}" dt="2025-10-02T04:21:22.214" v="7454" actId="207"/>
          <ac:spMkLst>
            <pc:docMk/>
            <pc:sldMk cId="278964595" sldId="308"/>
            <ac:spMk id="20" creationId="{A6AB55DA-1C0E-CBD7-FC88-2478BAA45C49}"/>
          </ac:spMkLst>
        </pc:spChg>
        <pc:picChg chg="del mod">
          <ac:chgData name="RUCAS" userId="aa484947-4b2a-42b8-8419-1f990e4d59e7" providerId="ADAL" clId="{E8C17ABD-3273-49D0-BAC5-0A1AF5DC93E9}" dt="2025-10-02T04:21:30.172" v="7456" actId="21"/>
          <ac:picMkLst>
            <pc:docMk/>
            <pc:sldMk cId="278964595" sldId="308"/>
            <ac:picMk id="12" creationId="{D04D1A75-9620-2C23-04D5-3EBB7C9CD974}"/>
          </ac:picMkLst>
        </pc:picChg>
        <pc:picChg chg="add mod">
          <ac:chgData name="RUCAS" userId="aa484947-4b2a-42b8-8419-1f990e4d59e7" providerId="ADAL" clId="{E8C17ABD-3273-49D0-BAC5-0A1AF5DC93E9}" dt="2025-10-02T04:22:18.747" v="7510" actId="1076"/>
          <ac:picMkLst>
            <pc:docMk/>
            <pc:sldMk cId="278964595" sldId="308"/>
            <ac:picMk id="21" creationId="{9F156D5C-3CA5-7B78-4ED8-8CBDCB205939}"/>
          </ac:picMkLst>
        </pc:picChg>
        <pc:picChg chg="add mod">
          <ac:chgData name="RUCAS" userId="aa484947-4b2a-42b8-8419-1f990e4d59e7" providerId="ADAL" clId="{E8C17ABD-3273-49D0-BAC5-0A1AF5DC93E9}" dt="2025-10-02T04:22:19.756" v="7511" actId="1076"/>
          <ac:picMkLst>
            <pc:docMk/>
            <pc:sldMk cId="278964595" sldId="308"/>
            <ac:picMk id="24" creationId="{48F46044-63C5-609F-2181-44961FF7C0D2}"/>
          </ac:picMkLst>
        </pc:picChg>
        <pc:picChg chg="add mod">
          <ac:chgData name="RUCAS" userId="aa484947-4b2a-42b8-8419-1f990e4d59e7" providerId="ADAL" clId="{E8C17ABD-3273-49D0-BAC5-0A1AF5DC93E9}" dt="2025-10-02T04:22:20.759" v="7512" actId="1076"/>
          <ac:picMkLst>
            <pc:docMk/>
            <pc:sldMk cId="278964595" sldId="308"/>
            <ac:picMk id="25" creationId="{B5833184-1525-8F21-3A12-90534EC1458B}"/>
          </ac:picMkLst>
        </pc:picChg>
      </pc:sldChg>
      <pc:sldChg chg="addSp delSp modSp add mod">
        <pc:chgData name="RUCAS" userId="aa484947-4b2a-42b8-8419-1f990e4d59e7" providerId="ADAL" clId="{E8C17ABD-3273-49D0-BAC5-0A1AF5DC93E9}" dt="2025-10-02T04:29:20.824" v="7704" actId="20577"/>
        <pc:sldMkLst>
          <pc:docMk/>
          <pc:sldMk cId="3130344798" sldId="309"/>
        </pc:sldMkLst>
        <pc:spChg chg="del">
          <ac:chgData name="RUCAS" userId="aa484947-4b2a-42b8-8419-1f990e4d59e7" providerId="ADAL" clId="{E8C17ABD-3273-49D0-BAC5-0A1AF5DC93E9}" dt="2025-10-02T04:22:51.051" v="7532" actId="21"/>
          <ac:spMkLst>
            <pc:docMk/>
            <pc:sldMk cId="3130344798" sldId="309"/>
            <ac:spMk id="2" creationId="{F3113056-A63A-A0F3-D655-97EF05FF0927}"/>
          </ac:spMkLst>
        </pc:spChg>
        <pc:spChg chg="del">
          <ac:chgData name="RUCAS" userId="aa484947-4b2a-42b8-8419-1f990e4d59e7" providerId="ADAL" clId="{E8C17ABD-3273-49D0-BAC5-0A1AF5DC93E9}" dt="2025-10-02T04:22:51.051" v="7532" actId="21"/>
          <ac:spMkLst>
            <pc:docMk/>
            <pc:sldMk cId="3130344798" sldId="309"/>
            <ac:spMk id="3" creationId="{B4B86699-D0B6-40FB-0310-84A0F5271F69}"/>
          </ac:spMkLst>
        </pc:spChg>
        <pc:spChg chg="add mod">
          <ac:chgData name="RUCAS" userId="aa484947-4b2a-42b8-8419-1f990e4d59e7" providerId="ADAL" clId="{E8C17ABD-3273-49D0-BAC5-0A1AF5DC93E9}" dt="2025-10-02T04:22:56.891" v="7533"/>
          <ac:spMkLst>
            <pc:docMk/>
            <pc:sldMk cId="3130344798" sldId="309"/>
            <ac:spMk id="4" creationId="{BA9AF1FA-49C4-037E-29D8-65ED76150C36}"/>
          </ac:spMkLst>
        </pc:spChg>
        <pc:spChg chg="mod">
          <ac:chgData name="RUCAS" userId="aa484947-4b2a-42b8-8419-1f990e4d59e7" providerId="ADAL" clId="{E8C17ABD-3273-49D0-BAC5-0A1AF5DC93E9}" dt="2025-10-02T04:22:35.252" v="7515" actId="207"/>
          <ac:spMkLst>
            <pc:docMk/>
            <pc:sldMk cId="3130344798" sldId="309"/>
            <ac:spMk id="5" creationId="{38A217B5-D7D6-8BC5-7785-D3C86C13B3BE}"/>
          </ac:spMkLst>
        </pc:spChg>
        <pc:spChg chg="mod">
          <ac:chgData name="RUCAS" userId="aa484947-4b2a-42b8-8419-1f990e4d59e7" providerId="ADAL" clId="{E8C17ABD-3273-49D0-BAC5-0A1AF5DC93E9}" dt="2025-10-02T04:22:49.526" v="7531"/>
          <ac:spMkLst>
            <pc:docMk/>
            <pc:sldMk cId="3130344798" sldId="309"/>
            <ac:spMk id="8" creationId="{F608EA1C-BEED-3F5F-5C53-6E5DA28CE707}"/>
          </ac:spMkLst>
        </pc:spChg>
        <pc:spChg chg="add mod">
          <ac:chgData name="RUCAS" userId="aa484947-4b2a-42b8-8419-1f990e4d59e7" providerId="ADAL" clId="{E8C17ABD-3273-49D0-BAC5-0A1AF5DC93E9}" dt="2025-10-02T04:22:56.891" v="7533"/>
          <ac:spMkLst>
            <pc:docMk/>
            <pc:sldMk cId="3130344798" sldId="309"/>
            <ac:spMk id="11" creationId="{6E30C527-24AD-52C8-7B62-C2208A893314}"/>
          </ac:spMkLst>
        </pc:spChg>
        <pc:spChg chg="add mod">
          <ac:chgData name="RUCAS" userId="aa484947-4b2a-42b8-8419-1f990e4d59e7" providerId="ADAL" clId="{E8C17ABD-3273-49D0-BAC5-0A1AF5DC93E9}" dt="2025-10-02T04:22:56.891" v="7533"/>
          <ac:spMkLst>
            <pc:docMk/>
            <pc:sldMk cId="3130344798" sldId="309"/>
            <ac:spMk id="12" creationId="{8B45D991-A649-4310-353F-D6D5A6D1C9CC}"/>
          </ac:spMkLst>
        </pc:spChg>
        <pc:spChg chg="del mod">
          <ac:chgData name="RUCAS" userId="aa484947-4b2a-42b8-8419-1f990e4d59e7" providerId="ADAL" clId="{E8C17ABD-3273-49D0-BAC5-0A1AF5DC93E9}" dt="2025-10-02T04:23:16.459" v="7538" actId="21"/>
          <ac:spMkLst>
            <pc:docMk/>
            <pc:sldMk cId="3130344798" sldId="309"/>
            <ac:spMk id="15" creationId="{B9B5E2E7-89EB-0FE7-5A16-3F9717E4EF45}"/>
          </ac:spMkLst>
        </pc:spChg>
        <pc:spChg chg="add mod">
          <ac:chgData name="RUCAS" userId="aa484947-4b2a-42b8-8419-1f990e4d59e7" providerId="ADAL" clId="{E8C17ABD-3273-49D0-BAC5-0A1AF5DC93E9}" dt="2025-10-02T04:23:18.250" v="7539" actId="164"/>
          <ac:spMkLst>
            <pc:docMk/>
            <pc:sldMk cId="3130344798" sldId="309"/>
            <ac:spMk id="16" creationId="{83DE49C9-6589-5A33-1CB4-B7F728B51F02}"/>
          </ac:spMkLst>
        </pc:spChg>
        <pc:spChg chg="add mod">
          <ac:chgData name="RUCAS" userId="aa484947-4b2a-42b8-8419-1f990e4d59e7" providerId="ADAL" clId="{E8C17ABD-3273-49D0-BAC5-0A1AF5DC93E9}" dt="2025-10-02T04:23:18.250" v="7539" actId="164"/>
          <ac:spMkLst>
            <pc:docMk/>
            <pc:sldMk cId="3130344798" sldId="309"/>
            <ac:spMk id="17" creationId="{19545237-5180-3843-9346-984BAEF9A5AE}"/>
          </ac:spMkLst>
        </pc:spChg>
        <pc:spChg chg="add mod">
          <ac:chgData name="RUCAS" userId="aa484947-4b2a-42b8-8419-1f990e4d59e7" providerId="ADAL" clId="{E8C17ABD-3273-49D0-BAC5-0A1AF5DC93E9}" dt="2025-10-02T04:23:18.250" v="7539" actId="164"/>
          <ac:spMkLst>
            <pc:docMk/>
            <pc:sldMk cId="3130344798" sldId="309"/>
            <ac:spMk id="18" creationId="{FD9B4231-3A84-0FD6-32FD-94695FE71DCF}"/>
          </ac:spMkLst>
        </pc:spChg>
        <pc:spChg chg="add mod">
          <ac:chgData name="RUCAS" userId="aa484947-4b2a-42b8-8419-1f990e4d59e7" providerId="ADAL" clId="{E8C17ABD-3273-49D0-BAC5-0A1AF5DC93E9}" dt="2025-10-02T04:23:18.250" v="7539" actId="164"/>
          <ac:spMkLst>
            <pc:docMk/>
            <pc:sldMk cId="3130344798" sldId="309"/>
            <ac:spMk id="19" creationId="{4F7FD6F0-D02F-958F-C7BF-418ADE63D367}"/>
          </ac:spMkLst>
        </pc:spChg>
        <pc:spChg chg="mod">
          <ac:chgData name="RUCAS" userId="aa484947-4b2a-42b8-8419-1f990e4d59e7" providerId="ADAL" clId="{E8C17ABD-3273-49D0-BAC5-0A1AF5DC93E9}" dt="2025-10-02T04:22:33.281" v="7514" actId="207"/>
          <ac:spMkLst>
            <pc:docMk/>
            <pc:sldMk cId="3130344798" sldId="309"/>
            <ac:spMk id="20" creationId="{0B880FA3-67EA-C269-272F-C12A6E5957E7}"/>
          </ac:spMkLst>
        </pc:spChg>
        <pc:spChg chg="add mod">
          <ac:chgData name="RUCAS" userId="aa484947-4b2a-42b8-8419-1f990e4d59e7" providerId="ADAL" clId="{E8C17ABD-3273-49D0-BAC5-0A1AF5DC93E9}" dt="2025-10-02T04:23:46.286" v="7555"/>
          <ac:spMkLst>
            <pc:docMk/>
            <pc:sldMk cId="3130344798" sldId="309"/>
            <ac:spMk id="23" creationId="{7A30D730-7DB4-130B-5220-3E39EEFE4011}"/>
          </ac:spMkLst>
        </pc:spChg>
        <pc:spChg chg="add del">
          <ac:chgData name="RUCAS" userId="aa484947-4b2a-42b8-8419-1f990e4d59e7" providerId="ADAL" clId="{E8C17ABD-3273-49D0-BAC5-0A1AF5DC93E9}" dt="2025-10-02T04:23:52.361" v="7557" actId="21"/>
          <ac:spMkLst>
            <pc:docMk/>
            <pc:sldMk cId="3130344798" sldId="309"/>
            <ac:spMk id="26" creationId="{6B266C78-1B62-484E-BA2C-13CC452DF535}"/>
          </ac:spMkLst>
        </pc:spChg>
        <pc:spChg chg="add del mod">
          <ac:chgData name="RUCAS" userId="aa484947-4b2a-42b8-8419-1f990e4d59e7" providerId="ADAL" clId="{E8C17ABD-3273-49D0-BAC5-0A1AF5DC93E9}" dt="2025-10-02T04:25:02.758" v="7580" actId="478"/>
          <ac:spMkLst>
            <pc:docMk/>
            <pc:sldMk cId="3130344798" sldId="309"/>
            <ac:spMk id="27" creationId="{03D1B4B6-BA79-F30D-2CD1-85DD94EC538A}"/>
          </ac:spMkLst>
        </pc:spChg>
        <pc:spChg chg="add mod">
          <ac:chgData name="RUCAS" userId="aa484947-4b2a-42b8-8419-1f990e4d59e7" providerId="ADAL" clId="{E8C17ABD-3273-49D0-BAC5-0A1AF5DC93E9}" dt="2025-10-02T04:28:26.630" v="7631"/>
          <ac:spMkLst>
            <pc:docMk/>
            <pc:sldMk cId="3130344798" sldId="309"/>
            <ac:spMk id="32" creationId="{2C030FA8-1479-3072-0430-D9BD05A0686B}"/>
          </ac:spMkLst>
        </pc:spChg>
        <pc:spChg chg="add mod">
          <ac:chgData name="RUCAS" userId="aa484947-4b2a-42b8-8419-1f990e4d59e7" providerId="ADAL" clId="{E8C17ABD-3273-49D0-BAC5-0A1AF5DC93E9}" dt="2025-10-02T04:29:20.824" v="7704" actId="20577"/>
          <ac:spMkLst>
            <pc:docMk/>
            <pc:sldMk cId="3130344798" sldId="309"/>
            <ac:spMk id="33" creationId="{A69691FE-6E6D-60CB-9258-F2DCDB7C23C1}"/>
          </ac:spMkLst>
        </pc:spChg>
        <pc:grpChg chg="add del mod">
          <ac:chgData name="RUCAS" userId="aa484947-4b2a-42b8-8419-1f990e4d59e7" providerId="ADAL" clId="{E8C17ABD-3273-49D0-BAC5-0A1AF5DC93E9}" dt="2025-10-02T04:24:57.436" v="7577" actId="21"/>
          <ac:grpSpMkLst>
            <pc:docMk/>
            <pc:sldMk cId="3130344798" sldId="309"/>
            <ac:grpSpMk id="22" creationId="{2DF65A67-45CB-ACEF-418D-A89797499A7F}"/>
          </ac:grpSpMkLst>
        </pc:grpChg>
        <pc:picChg chg="del">
          <ac:chgData name="RUCAS" userId="aa484947-4b2a-42b8-8419-1f990e4d59e7" providerId="ADAL" clId="{E8C17ABD-3273-49D0-BAC5-0A1AF5DC93E9}" dt="2025-10-02T04:22:38.606" v="7516" actId="21"/>
          <ac:picMkLst>
            <pc:docMk/>
            <pc:sldMk cId="3130344798" sldId="309"/>
            <ac:picMk id="21" creationId="{32A4996D-DB42-73DD-A1F4-5242D4967E13}"/>
          </ac:picMkLst>
        </pc:picChg>
        <pc:picChg chg="del">
          <ac:chgData name="RUCAS" userId="aa484947-4b2a-42b8-8419-1f990e4d59e7" providerId="ADAL" clId="{E8C17ABD-3273-49D0-BAC5-0A1AF5DC93E9}" dt="2025-10-02T04:22:38.606" v="7516" actId="21"/>
          <ac:picMkLst>
            <pc:docMk/>
            <pc:sldMk cId="3130344798" sldId="309"/>
            <ac:picMk id="24" creationId="{0E5666FB-A6A5-EAA0-DF64-E5BAFD68F01B}"/>
          </ac:picMkLst>
        </pc:picChg>
        <pc:picChg chg="del">
          <ac:chgData name="RUCAS" userId="aa484947-4b2a-42b8-8419-1f990e4d59e7" providerId="ADAL" clId="{E8C17ABD-3273-49D0-BAC5-0A1AF5DC93E9}" dt="2025-10-02T04:22:38.606" v="7516" actId="21"/>
          <ac:picMkLst>
            <pc:docMk/>
            <pc:sldMk cId="3130344798" sldId="309"/>
            <ac:picMk id="25" creationId="{07F3CE8B-893F-A0F6-DEE8-2AEB747F00E0}"/>
          </ac:picMkLst>
        </pc:picChg>
        <pc:picChg chg="add mod">
          <ac:chgData name="RUCAS" userId="aa484947-4b2a-42b8-8419-1f990e4d59e7" providerId="ADAL" clId="{E8C17ABD-3273-49D0-BAC5-0A1AF5DC93E9}" dt="2025-10-02T04:25:04.640" v="7581" actId="1076"/>
          <ac:picMkLst>
            <pc:docMk/>
            <pc:sldMk cId="3130344798" sldId="309"/>
            <ac:picMk id="29" creationId="{DC272DCD-E300-BA80-AD87-35973D963C83}"/>
          </ac:picMkLst>
        </pc:picChg>
        <pc:picChg chg="add mod">
          <ac:chgData name="RUCAS" userId="aa484947-4b2a-42b8-8419-1f990e4d59e7" providerId="ADAL" clId="{E8C17ABD-3273-49D0-BAC5-0A1AF5DC93E9}" dt="2025-10-02T04:25:17.175" v="7583" actId="1076"/>
          <ac:picMkLst>
            <pc:docMk/>
            <pc:sldMk cId="3130344798" sldId="309"/>
            <ac:picMk id="31" creationId="{C0D9C793-D41F-D0DA-A967-C5737F578807}"/>
          </ac:picMkLst>
        </pc:picChg>
        <pc:cxnChg chg="add mod">
          <ac:chgData name="RUCAS" userId="aa484947-4b2a-42b8-8419-1f990e4d59e7" providerId="ADAL" clId="{E8C17ABD-3273-49D0-BAC5-0A1AF5DC93E9}" dt="2025-10-02T04:29:20.824" v="7704" actId="20577"/>
          <ac:cxnSpMkLst>
            <pc:docMk/>
            <pc:sldMk cId="3130344798" sldId="309"/>
            <ac:cxnSpMk id="35" creationId="{4285C225-419C-EA49-51FF-74078FC1A0D5}"/>
          </ac:cxnSpMkLst>
        </pc:cxnChg>
      </pc:sldChg>
      <pc:sldChg chg="addSp delSp modSp new mod">
        <pc:chgData name="RUCAS" userId="aa484947-4b2a-42b8-8419-1f990e4d59e7" providerId="ADAL" clId="{E8C17ABD-3273-49D0-BAC5-0A1AF5DC93E9}" dt="2025-10-02T04:29:40.215" v="7723"/>
        <pc:sldMkLst>
          <pc:docMk/>
          <pc:sldMk cId="1109328661" sldId="310"/>
        </pc:sldMkLst>
        <pc:spChg chg="del">
          <ac:chgData name="RUCAS" userId="aa484947-4b2a-42b8-8419-1f990e4d59e7" providerId="ADAL" clId="{E8C17ABD-3273-49D0-BAC5-0A1AF5DC93E9}" dt="2025-10-02T04:25:20.790" v="7585" actId="478"/>
          <ac:spMkLst>
            <pc:docMk/>
            <pc:sldMk cId="1109328661" sldId="310"/>
            <ac:spMk id="2" creationId="{77F59555-7DE9-B520-0D32-C340C5DF4788}"/>
          </ac:spMkLst>
        </pc:spChg>
        <pc:spChg chg="del">
          <ac:chgData name="RUCAS" userId="aa484947-4b2a-42b8-8419-1f990e4d59e7" providerId="ADAL" clId="{E8C17ABD-3273-49D0-BAC5-0A1AF5DC93E9}" dt="2025-10-02T04:25:20.790" v="7585" actId="478"/>
          <ac:spMkLst>
            <pc:docMk/>
            <pc:sldMk cId="1109328661" sldId="310"/>
            <ac:spMk id="3" creationId="{89218303-151C-26B1-BE6E-4226FC02B9F3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4" creationId="{39CF73A0-3A27-F3F0-DD1C-A33D36A3D938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5" creationId="{0062E8F3-3352-3A20-919C-0A9611063C15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6" creationId="{713046DF-A7F9-9A36-6158-CB0CCDCC2D42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7" creationId="{98D228EE-980A-9E98-8666-6A3AB85AD9F5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8" creationId="{DDED0159-A8BA-CCE9-6B37-B1161EC6032B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9" creationId="{C51D644C-3CD8-34D4-FE57-FB0DCC0291DA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10" creationId="{45B2B594-E847-299F-4453-C802F8AE58F8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11" creationId="{05F7F906-5272-58D5-067A-7964AD00A942}"/>
          </ac:spMkLst>
        </pc:spChg>
        <pc:spChg chg="add mod">
          <ac:chgData name="RUCAS" userId="aa484947-4b2a-42b8-8419-1f990e4d59e7" providerId="ADAL" clId="{E8C17ABD-3273-49D0-BAC5-0A1AF5DC93E9}" dt="2025-10-02T04:25:25.116" v="7586"/>
          <ac:spMkLst>
            <pc:docMk/>
            <pc:sldMk cId="1109328661" sldId="310"/>
            <ac:spMk id="12" creationId="{AF2019D4-B7AF-51F3-1F47-77D8AA483C66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15" creationId="{4F8AF798-1D5B-FF8F-5FC9-216845D33F18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16" creationId="{91693431-3833-3B62-2F13-96FDE4BE0483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19" creationId="{9E30E5C9-F576-973E-44D5-BD412F645964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0" creationId="{43D36EC6-6F99-AAAE-446A-0C5966C46B14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2" creationId="{992932ED-F3A1-CF3C-3868-7A61838382F7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3" creationId="{DD20BDEB-6916-D1AA-A7BF-34DCCF567663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4" creationId="{5961BF38-4195-A3E3-A816-4EEC3734B6C8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5" creationId="{153AE3E9-F476-518D-0878-69887D20BAE5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6" creationId="{CACA653E-0DC8-158E-B4BA-B9D114F80E18}"/>
          </ac:spMkLst>
        </pc:spChg>
        <pc:spChg chg="add mod">
          <ac:chgData name="RUCAS" userId="aa484947-4b2a-42b8-8419-1f990e4d59e7" providerId="ADAL" clId="{E8C17ABD-3273-49D0-BAC5-0A1AF5DC93E9}" dt="2025-10-02T04:26:31.316" v="7597" actId="255"/>
          <ac:spMkLst>
            <pc:docMk/>
            <pc:sldMk cId="1109328661" sldId="310"/>
            <ac:spMk id="27" creationId="{F116D682-3DF7-C418-9C2A-A3FAA25312CB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0" creationId="{ED96E6DF-CEE9-3B57-26E0-C2D8EC15B9E5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1" creationId="{4ABCCBC0-5E86-C305-AC35-3ACD7F9DC6A9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2" creationId="{C12F62CB-A259-558F-9F06-73287D1FBC77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3" creationId="{3BFC61FF-C0C9-499B-7D18-B8B8BECE1DED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4" creationId="{98A04546-9B44-6784-398C-5FBEBDE9B03E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5" creationId="{5F976ED6-1127-858F-A175-AC282CDBFC4B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6" creationId="{8E3BBB2A-BB80-D244-3A55-36B2FDB28D58}"/>
          </ac:spMkLst>
        </pc:spChg>
        <pc:spChg chg="add del mod">
          <ac:chgData name="RUCAS" userId="aa484947-4b2a-42b8-8419-1f990e4d59e7" providerId="ADAL" clId="{E8C17ABD-3273-49D0-BAC5-0A1AF5DC93E9}" dt="2025-10-02T04:27:39.981" v="7614" actId="21"/>
          <ac:spMkLst>
            <pc:docMk/>
            <pc:sldMk cId="1109328661" sldId="310"/>
            <ac:spMk id="37" creationId="{FC773C27-0527-DBA7-CEAA-1AA8C0ED0B6E}"/>
          </ac:spMkLst>
        </pc:spChg>
        <pc:spChg chg="add mod">
          <ac:chgData name="RUCAS" userId="aa484947-4b2a-42b8-8419-1f990e4d59e7" providerId="ADAL" clId="{E8C17ABD-3273-49D0-BAC5-0A1AF5DC93E9}" dt="2025-10-02T04:29:40.215" v="7723"/>
          <ac:spMkLst>
            <pc:docMk/>
            <pc:sldMk cId="1109328661" sldId="310"/>
            <ac:spMk id="41" creationId="{EE447C32-4332-40D8-E181-42E6627BFAA3}"/>
          </ac:spMkLst>
        </pc:spChg>
        <pc:grpChg chg="del mod">
          <ac:chgData name="RUCAS" userId="aa484947-4b2a-42b8-8419-1f990e4d59e7" providerId="ADAL" clId="{E8C17ABD-3273-49D0-BAC5-0A1AF5DC93E9}" dt="2025-10-02T04:27:39.981" v="7614" actId="21"/>
          <ac:grpSpMkLst>
            <pc:docMk/>
            <pc:sldMk cId="1109328661" sldId="310"/>
            <ac:grpSpMk id="28" creationId="{D3CF36D3-5CC1-03B3-19C4-4A1B73A79F2A}"/>
          </ac:grpSpMkLst>
        </pc:grpChg>
        <pc:grpChg chg="add mod">
          <ac:chgData name="RUCAS" userId="aa484947-4b2a-42b8-8419-1f990e4d59e7" providerId="ADAL" clId="{E8C17ABD-3273-49D0-BAC5-0A1AF5DC93E9}" dt="2025-10-02T04:27:48.977" v="7620" actId="1076"/>
          <ac:grpSpMkLst>
            <pc:docMk/>
            <pc:sldMk cId="1109328661" sldId="310"/>
            <ac:grpSpMk id="38" creationId="{B166262B-3D9A-A8BB-12A6-CB4D9300AEA5}"/>
          </ac:grpSpMkLst>
        </pc:grpChg>
        <pc:graphicFrameChg chg="add del mod">
          <ac:chgData name="RUCAS" userId="aa484947-4b2a-42b8-8419-1f990e4d59e7" providerId="ADAL" clId="{E8C17ABD-3273-49D0-BAC5-0A1AF5DC93E9}" dt="2025-10-02T04:26:59.637" v="7603" actId="21"/>
          <ac:graphicFrameMkLst>
            <pc:docMk/>
            <pc:sldMk cId="1109328661" sldId="310"/>
            <ac:graphicFrameMk id="29" creationId="{C3552C04-8AC2-CD55-DFC7-5A4D6FF22CB8}"/>
          </ac:graphicFrameMkLst>
        </pc:graphicFrameChg>
        <pc:picChg chg="add del mod">
          <ac:chgData name="RUCAS" userId="aa484947-4b2a-42b8-8419-1f990e4d59e7" providerId="ADAL" clId="{E8C17ABD-3273-49D0-BAC5-0A1AF5DC93E9}" dt="2025-10-02T04:26:16.908" v="7593" actId="21"/>
          <ac:picMkLst>
            <pc:docMk/>
            <pc:sldMk cId="1109328661" sldId="310"/>
            <ac:picMk id="14" creationId="{CC3B4749-40B8-ED68-139E-4A34DF19E013}"/>
          </ac:picMkLst>
        </pc:picChg>
        <pc:picChg chg="mod">
          <ac:chgData name="RUCAS" userId="aa484947-4b2a-42b8-8419-1f990e4d59e7" providerId="ADAL" clId="{E8C17ABD-3273-49D0-BAC5-0A1AF5DC93E9}" dt="2025-10-02T04:27:45.948" v="7617"/>
          <ac:picMkLst>
            <pc:docMk/>
            <pc:sldMk cId="1109328661" sldId="310"/>
            <ac:picMk id="39" creationId="{53EBB3C7-1E4F-C59D-CA6E-B4C7D26EEDB3}"/>
          </ac:picMkLst>
        </pc:picChg>
        <pc:picChg chg="mod">
          <ac:chgData name="RUCAS" userId="aa484947-4b2a-42b8-8419-1f990e4d59e7" providerId="ADAL" clId="{E8C17ABD-3273-49D0-BAC5-0A1AF5DC93E9}" dt="2025-10-02T04:27:45.948" v="7617"/>
          <ac:picMkLst>
            <pc:docMk/>
            <pc:sldMk cId="1109328661" sldId="310"/>
            <ac:picMk id="40" creationId="{D6AC29F6-F8DF-4873-E889-FB5368DBFAA5}"/>
          </ac:picMkLst>
        </pc:picChg>
      </pc:sldChg>
      <pc:sldChg chg="addSp delSp modSp new mod">
        <pc:chgData name="RUCAS" userId="aa484947-4b2a-42b8-8419-1f990e4d59e7" providerId="ADAL" clId="{E8C17ABD-3273-49D0-BAC5-0A1AF5DC93E9}" dt="2025-10-02T04:27:17.319" v="7607" actId="1076"/>
        <pc:sldMkLst>
          <pc:docMk/>
          <pc:sldMk cId="2085050732" sldId="311"/>
        </pc:sldMkLst>
        <pc:spChg chg="del">
          <ac:chgData name="RUCAS" userId="aa484947-4b2a-42b8-8419-1f990e4d59e7" providerId="ADAL" clId="{E8C17ABD-3273-49D0-BAC5-0A1AF5DC93E9}" dt="2025-10-02T04:26:52.422" v="7601" actId="478"/>
          <ac:spMkLst>
            <pc:docMk/>
            <pc:sldMk cId="2085050732" sldId="311"/>
            <ac:spMk id="2" creationId="{7C1C2E29-1E59-63FA-827B-0B83F1BEB3F3}"/>
          </ac:spMkLst>
        </pc:spChg>
        <pc:spChg chg="del">
          <ac:chgData name="RUCAS" userId="aa484947-4b2a-42b8-8419-1f990e4d59e7" providerId="ADAL" clId="{E8C17ABD-3273-49D0-BAC5-0A1AF5DC93E9}" dt="2025-10-02T04:26:52.422" v="7601" actId="478"/>
          <ac:spMkLst>
            <pc:docMk/>
            <pc:sldMk cId="2085050732" sldId="311"/>
            <ac:spMk id="3" creationId="{85EDC165-0AE4-71CA-DC3A-2AD064985D71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4" creationId="{FC3A7B11-D1C0-AB18-C239-2BD5ACBBE661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5" creationId="{A0EC1455-DE3D-EA37-4067-EFE340241E6B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6" creationId="{F368D8F1-B4C6-B308-235F-A5B72378653D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7" creationId="{8A65A06E-DFBD-BE6A-6E59-40BED2783F95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8" creationId="{9EC090AB-6303-1600-62AF-AC23F6542F67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9" creationId="{7B4F5C91-8920-236F-777C-29863E4A2864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10" creationId="{F79705AC-52D1-9661-9A3A-C8F679437327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11" creationId="{D030D5C9-7514-1F70-F366-7D61BE3B69A1}"/>
          </ac:spMkLst>
        </pc:spChg>
        <pc:spChg chg="add mod">
          <ac:chgData name="RUCAS" userId="aa484947-4b2a-42b8-8419-1f990e4d59e7" providerId="ADAL" clId="{E8C17ABD-3273-49D0-BAC5-0A1AF5DC93E9}" dt="2025-10-02T04:26:56.780" v="7602"/>
          <ac:spMkLst>
            <pc:docMk/>
            <pc:sldMk cId="2085050732" sldId="311"/>
            <ac:spMk id="12" creationId="{7D60517E-C7D5-99D2-753F-3A414F468A4D}"/>
          </ac:spMkLst>
        </pc:spChg>
        <pc:graphicFrameChg chg="add mod">
          <ac:chgData name="RUCAS" userId="aa484947-4b2a-42b8-8419-1f990e4d59e7" providerId="ADAL" clId="{E8C17ABD-3273-49D0-BAC5-0A1AF5DC93E9}" dt="2025-10-02T04:27:17.319" v="7607" actId="1076"/>
          <ac:graphicFrameMkLst>
            <pc:docMk/>
            <pc:sldMk cId="2085050732" sldId="311"/>
            <ac:graphicFrameMk id="29" creationId="{C3552C04-8AC2-CD55-DFC7-5A4D6FF22CB8}"/>
          </ac:graphicFrameMkLst>
        </pc:graphicFrameChg>
      </pc:sldChg>
      <pc:sldChg chg="addSp delSp modSp new mod">
        <pc:chgData name="RUCAS" userId="aa484947-4b2a-42b8-8419-1f990e4d59e7" providerId="ADAL" clId="{E8C17ABD-3273-49D0-BAC5-0A1AF5DC93E9}" dt="2025-10-02T04:27:57.500" v="7622"/>
        <pc:sldMkLst>
          <pc:docMk/>
          <pc:sldMk cId="1544202361" sldId="312"/>
        </pc:sldMkLst>
        <pc:spChg chg="del">
          <ac:chgData name="RUCAS" userId="aa484947-4b2a-42b8-8419-1f990e4d59e7" providerId="ADAL" clId="{E8C17ABD-3273-49D0-BAC5-0A1AF5DC93E9}" dt="2025-10-02T04:27:25.719" v="7609" actId="478"/>
          <ac:spMkLst>
            <pc:docMk/>
            <pc:sldMk cId="1544202361" sldId="312"/>
            <ac:spMk id="2" creationId="{7C6871B0-E70F-8CBB-A946-58B48C35F902}"/>
          </ac:spMkLst>
        </pc:spChg>
        <pc:spChg chg="del">
          <ac:chgData name="RUCAS" userId="aa484947-4b2a-42b8-8419-1f990e4d59e7" providerId="ADAL" clId="{E8C17ABD-3273-49D0-BAC5-0A1AF5DC93E9}" dt="2025-10-02T04:27:25.719" v="7609" actId="478"/>
          <ac:spMkLst>
            <pc:docMk/>
            <pc:sldMk cId="1544202361" sldId="312"/>
            <ac:spMk id="3" creationId="{21802EFF-1AB4-3163-ED77-1640E966A1BF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7" creationId="{7BE8096A-CE95-2722-5F03-DBBFB0C22D59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8" creationId="{856E5F92-186A-E3CC-FA34-B4A49CADC195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9" creationId="{DAA9012E-FA4B-C4AA-55ED-2011A470A1BA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10" creationId="{CEE21137-2459-71D9-5178-5B243C8D19D0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11" creationId="{42D42A41-B51E-692D-B45C-5DFE90AF12CE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12" creationId="{846D1473-07A3-9BFD-190A-7C1EDA58B1CA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13" creationId="{D2C10352-1C92-7C3C-08CA-754CC72670B9}"/>
          </ac:spMkLst>
        </pc:spChg>
        <pc:spChg chg="add mod">
          <ac:chgData name="RUCAS" userId="aa484947-4b2a-42b8-8419-1f990e4d59e7" providerId="ADAL" clId="{E8C17ABD-3273-49D0-BAC5-0A1AF5DC93E9}" dt="2025-10-02T04:27:57.500" v="7622"/>
          <ac:spMkLst>
            <pc:docMk/>
            <pc:sldMk cId="1544202361" sldId="312"/>
            <ac:spMk id="14" creationId="{798AEEB2-53C2-9FE6-9101-3AA7EAA6F503}"/>
          </ac:spMkLst>
        </pc:spChg>
        <pc:spChg chg="mod">
          <ac:chgData name="RUCAS" userId="aa484947-4b2a-42b8-8419-1f990e4d59e7" providerId="ADAL" clId="{E8C17ABD-3273-49D0-BAC5-0A1AF5DC93E9}" dt="2025-10-02T04:27:44.205" v="7615"/>
          <ac:spMkLst>
            <pc:docMk/>
            <pc:sldMk cId="1544202361" sldId="312"/>
            <ac:spMk id="19" creationId="{9E30E5C9-F576-973E-44D5-BD412F645964}"/>
          </ac:spMkLst>
        </pc:spChg>
        <pc:spChg chg="mod">
          <ac:chgData name="RUCAS" userId="aa484947-4b2a-42b8-8419-1f990e4d59e7" providerId="ADAL" clId="{E8C17ABD-3273-49D0-BAC5-0A1AF5DC93E9}" dt="2025-10-02T04:27:44.205" v="7615"/>
          <ac:spMkLst>
            <pc:docMk/>
            <pc:sldMk cId="1544202361" sldId="312"/>
            <ac:spMk id="20" creationId="{43D36EC6-6F99-AAAE-446A-0C5966C46B14}"/>
          </ac:spMkLst>
        </pc:spChg>
        <pc:spChg chg="mod">
          <ac:chgData name="RUCAS" userId="aa484947-4b2a-42b8-8419-1f990e4d59e7" providerId="ADAL" clId="{E8C17ABD-3273-49D0-BAC5-0A1AF5DC93E9}" dt="2025-10-02T04:27:44.205" v="7615"/>
          <ac:spMkLst>
            <pc:docMk/>
            <pc:sldMk cId="1544202361" sldId="312"/>
            <ac:spMk id="21" creationId="{64ED25FD-2852-F69F-45EA-6B86CD62E626}"/>
          </ac:spMkLst>
        </pc:spChg>
        <pc:spChg chg="mod">
          <ac:chgData name="RUCAS" userId="aa484947-4b2a-42b8-8419-1f990e4d59e7" providerId="ADAL" clId="{E8C17ABD-3273-49D0-BAC5-0A1AF5DC93E9}" dt="2025-10-02T04:27:44.205" v="7615"/>
          <ac:spMkLst>
            <pc:docMk/>
            <pc:sldMk cId="1544202361" sldId="312"/>
            <ac:spMk id="23" creationId="{DD20BDEB-6916-D1AA-A7BF-34DCCF567663}"/>
          </ac:spMkLst>
        </pc:spChg>
        <pc:spChg chg="mod">
          <ac:chgData name="RUCAS" userId="aa484947-4b2a-42b8-8419-1f990e4d59e7" providerId="ADAL" clId="{E8C17ABD-3273-49D0-BAC5-0A1AF5DC93E9}" dt="2025-10-02T04:27:44.205" v="7615"/>
          <ac:spMkLst>
            <pc:docMk/>
            <pc:sldMk cId="1544202361" sldId="312"/>
            <ac:spMk id="24" creationId="{5961BF38-4195-A3E3-A816-4EEC3734B6C8}"/>
          </ac:spMkLst>
        </pc:spChg>
        <pc:spChg chg="mod">
          <ac:chgData name="RUCAS" userId="aa484947-4b2a-42b8-8419-1f990e4d59e7" providerId="ADAL" clId="{E8C17ABD-3273-49D0-BAC5-0A1AF5DC93E9}" dt="2025-10-02T04:27:44.205" v="7615"/>
          <ac:spMkLst>
            <pc:docMk/>
            <pc:sldMk cId="1544202361" sldId="312"/>
            <ac:spMk id="26" creationId="{CACA653E-0DC8-158E-B4BA-B9D114F80E18}"/>
          </ac:spMkLst>
        </pc:spChg>
        <pc:spChg chg="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0" creationId="{ED96E6DF-CEE9-3B57-26E0-C2D8EC15B9E5}"/>
          </ac:spMkLst>
        </pc:spChg>
        <pc:spChg chg="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1" creationId="{4ABCCBC0-5E86-C305-AC35-3ACD7F9DC6A9}"/>
          </ac:spMkLst>
        </pc:spChg>
        <pc:spChg chg="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2" creationId="{C12F62CB-A259-558F-9F06-73287D1FBC77}"/>
          </ac:spMkLst>
        </pc:spChg>
        <pc:spChg chg="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3" creationId="{3BFC61FF-C0C9-499B-7D18-B8B8BECE1DED}"/>
          </ac:spMkLst>
        </pc:spChg>
        <pc:spChg chg="add 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4" creationId="{98A04546-9B44-6784-398C-5FBEBDE9B03E}"/>
          </ac:spMkLst>
        </pc:spChg>
        <pc:spChg chg="add 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5" creationId="{5F976ED6-1127-858F-A175-AC282CDBFC4B}"/>
          </ac:spMkLst>
        </pc:spChg>
        <pc:spChg chg="add 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6" creationId="{8E3BBB2A-BB80-D244-3A55-36B2FDB28D58}"/>
          </ac:spMkLst>
        </pc:spChg>
        <pc:spChg chg="add mod">
          <ac:chgData name="RUCAS" userId="aa484947-4b2a-42b8-8419-1f990e4d59e7" providerId="ADAL" clId="{E8C17ABD-3273-49D0-BAC5-0A1AF5DC93E9}" dt="2025-10-02T04:27:53.357" v="7621" actId="1076"/>
          <ac:spMkLst>
            <pc:docMk/>
            <pc:sldMk cId="1544202361" sldId="312"/>
            <ac:spMk id="37" creationId="{FC773C27-0527-DBA7-CEAA-1AA8C0ED0B6E}"/>
          </ac:spMkLst>
        </pc:spChg>
        <pc:grpChg chg="add del mod">
          <ac:chgData name="RUCAS" userId="aa484947-4b2a-42b8-8419-1f990e4d59e7" providerId="ADAL" clId="{E8C17ABD-3273-49D0-BAC5-0A1AF5DC93E9}" dt="2025-10-02T04:27:45.068" v="7616" actId="21"/>
          <ac:grpSpMkLst>
            <pc:docMk/>
            <pc:sldMk cId="1544202361" sldId="312"/>
            <ac:grpSpMk id="4" creationId="{B166262B-3D9A-A8BB-12A6-CB4D9300AEA5}"/>
          </ac:grpSpMkLst>
        </pc:grpChg>
        <pc:grpChg chg="mod">
          <ac:chgData name="RUCAS" userId="aa484947-4b2a-42b8-8419-1f990e4d59e7" providerId="ADAL" clId="{E8C17ABD-3273-49D0-BAC5-0A1AF5DC93E9}" dt="2025-10-02T04:27:53.357" v="7621" actId="1076"/>
          <ac:grpSpMkLst>
            <pc:docMk/>
            <pc:sldMk cId="1544202361" sldId="312"/>
            <ac:grpSpMk id="28" creationId="{D3CF36D3-5CC1-03B3-19C4-4A1B73A79F2A}"/>
          </ac:grpSpMkLst>
        </pc:grpChg>
        <pc:picChg chg="mod">
          <ac:chgData name="RUCAS" userId="aa484947-4b2a-42b8-8419-1f990e4d59e7" providerId="ADAL" clId="{E8C17ABD-3273-49D0-BAC5-0A1AF5DC93E9}" dt="2025-10-02T04:27:26.732" v="7610"/>
          <ac:picMkLst>
            <pc:docMk/>
            <pc:sldMk cId="1544202361" sldId="312"/>
            <ac:picMk id="5" creationId="{53EBB3C7-1E4F-C59D-CA6E-B4C7D26EEDB3}"/>
          </ac:picMkLst>
        </pc:picChg>
        <pc:picChg chg="mod">
          <ac:chgData name="RUCAS" userId="aa484947-4b2a-42b8-8419-1f990e4d59e7" providerId="ADAL" clId="{E8C17ABD-3273-49D0-BAC5-0A1AF5DC93E9}" dt="2025-10-02T04:27:26.732" v="7610"/>
          <ac:picMkLst>
            <pc:docMk/>
            <pc:sldMk cId="1544202361" sldId="312"/>
            <ac:picMk id="6" creationId="{D6AC29F6-F8DF-4873-E889-FB5368DBFAA5}"/>
          </ac:picMkLst>
        </pc:picChg>
      </pc:sldChg>
      <pc:sldMasterChg chg="addSp delSp modSp modSldLayout">
        <pc:chgData name="RUCAS" userId="aa484947-4b2a-42b8-8419-1f990e4d59e7" providerId="ADAL" clId="{E8C17ABD-3273-49D0-BAC5-0A1AF5DC93E9}" dt="2025-10-02T02:07:08.887" v="4970" actId="478"/>
        <pc:sldMasterMkLst>
          <pc:docMk/>
          <pc:sldMasterMk cId="0" sldId="2147483648"/>
        </pc:sldMasterMkLst>
        <pc:picChg chg="add del mod">
          <ac:chgData name="RUCAS" userId="aa484947-4b2a-42b8-8419-1f990e4d59e7" providerId="ADAL" clId="{E8C17ABD-3273-49D0-BAC5-0A1AF5DC93E9}" dt="2025-10-02T02:07:08.887" v="4970" actId="478"/>
          <ac:picMkLst>
            <pc:docMk/>
            <pc:sldMasterMk cId="0" sldId="2147483648"/>
            <ac:picMk id="8" creationId="{AA85A791-5A9B-2296-09D5-6F18E77BBA86}"/>
          </ac:picMkLst>
        </pc:picChg>
        <pc:sldLayoutChg chg="delSp mod">
          <pc:chgData name="RUCAS" userId="aa484947-4b2a-42b8-8419-1f990e4d59e7" providerId="ADAL" clId="{E8C17ABD-3273-49D0-BAC5-0A1AF5DC93E9}" dt="2025-10-02T02:07:05.863" v="4969" actId="478"/>
          <pc:sldLayoutMkLst>
            <pc:docMk/>
            <pc:sldMasterMk cId="0" sldId="2147483648"/>
            <pc:sldLayoutMk cId="0" sldId="2147483662"/>
          </pc:sldLayoutMkLst>
          <pc:spChg chg="del">
            <ac:chgData name="RUCAS" userId="aa484947-4b2a-42b8-8419-1f990e4d59e7" providerId="ADAL" clId="{E8C17ABD-3273-49D0-BAC5-0A1AF5DC93E9}" dt="2025-10-02T02:07:05.863" v="4969" actId="478"/>
            <ac:spMkLst>
              <pc:docMk/>
              <pc:sldMasterMk cId="0" sldId="2147483648"/>
              <pc:sldLayoutMk cId="0" sldId="2147483662"/>
              <ac:spMk id="6" creationId="{00000000-0000-0000-0000-000000000000}"/>
            </ac:spMkLst>
          </pc:spChg>
        </pc:sldLayoutChg>
      </pc:sldMasterChg>
    </pc:docChg>
  </pc:docChgLst>
  <pc:docChgLst>
    <pc:chgData name="RUCAS" userId="aa484947-4b2a-42b8-8419-1f990e4d59e7" providerId="ADAL" clId="{DA9CA43F-4BF2-4DB8-88E9-0CAE065F3565}"/>
    <pc:docChg chg="undo custSel addSld delSld modSld">
      <pc:chgData name="RUCAS" userId="aa484947-4b2a-42b8-8419-1f990e4d59e7" providerId="ADAL" clId="{DA9CA43F-4BF2-4DB8-88E9-0CAE065F3565}" dt="2024-11-28T16:05:06.151" v="3010"/>
      <pc:docMkLst>
        <pc:docMk/>
      </pc:docMkLst>
      <pc:sldChg chg="modSp mod">
        <pc:chgData name="RUCAS" userId="aa484947-4b2a-42b8-8419-1f990e4d59e7" providerId="ADAL" clId="{DA9CA43F-4BF2-4DB8-88E9-0CAE065F3565}" dt="2024-11-28T13:35:10.878" v="2866" actId="20577"/>
        <pc:sldMkLst>
          <pc:docMk/>
          <pc:sldMk cId="0" sldId="256"/>
        </pc:sldMkLst>
      </pc:sldChg>
      <pc:sldChg chg="addSp delSp modSp mod">
        <pc:chgData name="RUCAS" userId="aa484947-4b2a-42b8-8419-1f990e4d59e7" providerId="ADAL" clId="{DA9CA43F-4BF2-4DB8-88E9-0CAE065F3565}" dt="2024-11-28T12:49:26.306" v="2001" actId="6549"/>
        <pc:sldMkLst>
          <pc:docMk/>
          <pc:sldMk cId="0" sldId="258"/>
        </pc:sldMkLst>
      </pc:sldChg>
      <pc:sldChg chg="del">
        <pc:chgData name="RUCAS" userId="aa484947-4b2a-42b8-8419-1f990e4d59e7" providerId="ADAL" clId="{DA9CA43F-4BF2-4DB8-88E9-0CAE065F3565}" dt="2024-11-28T12:12:54.986" v="643" actId="2696"/>
        <pc:sldMkLst>
          <pc:docMk/>
          <pc:sldMk cId="0" sldId="261"/>
        </pc:sldMkLst>
      </pc:sldChg>
      <pc:sldChg chg="addSp delSp modSp mod">
        <pc:chgData name="RUCAS" userId="aa484947-4b2a-42b8-8419-1f990e4d59e7" providerId="ADAL" clId="{DA9CA43F-4BF2-4DB8-88E9-0CAE065F3565}" dt="2024-11-28T16:05:06.151" v="3010"/>
        <pc:sldMkLst>
          <pc:docMk/>
          <pc:sldMk cId="0" sldId="264"/>
        </pc:sldMkLst>
      </pc:sldChg>
      <pc:sldChg chg="addSp delSp modSp mod">
        <pc:chgData name="RUCAS" userId="aa484947-4b2a-42b8-8419-1f990e4d59e7" providerId="ADAL" clId="{DA9CA43F-4BF2-4DB8-88E9-0CAE065F3565}" dt="2024-11-28T13:31:51.653" v="2663"/>
        <pc:sldMkLst>
          <pc:docMk/>
          <pc:sldMk cId="0" sldId="265"/>
        </pc:sldMkLst>
      </pc:sldChg>
      <pc:sldChg chg="addSp delSp modSp mod">
        <pc:chgData name="RUCAS" userId="aa484947-4b2a-42b8-8419-1f990e4d59e7" providerId="ADAL" clId="{DA9CA43F-4BF2-4DB8-88E9-0CAE065F3565}" dt="2024-11-28T12:55:17.008" v="2352"/>
        <pc:sldMkLst>
          <pc:docMk/>
          <pc:sldMk cId="0" sldId="270"/>
        </pc:sldMkLst>
      </pc:sldChg>
      <pc:sldChg chg="addSp delSp modSp mod">
        <pc:chgData name="RUCAS" userId="aa484947-4b2a-42b8-8419-1f990e4d59e7" providerId="ADAL" clId="{DA9CA43F-4BF2-4DB8-88E9-0CAE065F3565}" dt="2024-11-28T13:36:05.952" v="2877" actId="1076"/>
        <pc:sldMkLst>
          <pc:docMk/>
          <pc:sldMk cId="0" sldId="272"/>
        </pc:sldMkLst>
      </pc:sldChg>
      <pc:sldChg chg="addSp delSp modSp add mod">
        <pc:chgData name="RUCAS" userId="aa484947-4b2a-42b8-8419-1f990e4d59e7" providerId="ADAL" clId="{DA9CA43F-4BF2-4DB8-88E9-0CAE065F3565}" dt="2024-11-28T13:33:49.188" v="2752" actId="1076"/>
        <pc:sldMkLst>
          <pc:docMk/>
          <pc:sldMk cId="2360426871" sldId="273"/>
        </pc:sldMkLst>
      </pc:sldChg>
      <pc:sldChg chg="addSp delSp modSp new del mod">
        <pc:chgData name="RUCAS" userId="aa484947-4b2a-42b8-8419-1f990e4d59e7" providerId="ADAL" clId="{DA9CA43F-4BF2-4DB8-88E9-0CAE065F3565}" dt="2024-11-28T13:54:35.214" v="2878" actId="2696"/>
        <pc:sldMkLst>
          <pc:docMk/>
          <pc:sldMk cId="3578622867" sldId="274"/>
        </pc:sldMkLst>
      </pc:sldChg>
      <pc:sldChg chg="del">
        <pc:chgData name="RUCAS" userId="aa484947-4b2a-42b8-8419-1f990e4d59e7" providerId="ADAL" clId="{DA9CA43F-4BF2-4DB8-88E9-0CAE065F3565}" dt="2024-11-28T12:27:02.099" v="1120" actId="47"/>
        <pc:sldMkLst>
          <pc:docMk/>
          <pc:sldMk cId="4021379100" sldId="274"/>
        </pc:sldMkLst>
      </pc:sldChg>
      <pc:sldChg chg="del">
        <pc:chgData name="RUCAS" userId="aa484947-4b2a-42b8-8419-1f990e4d59e7" providerId="ADAL" clId="{DA9CA43F-4BF2-4DB8-88E9-0CAE065F3565}" dt="2024-11-28T12:26:59.236" v="1119" actId="47"/>
        <pc:sldMkLst>
          <pc:docMk/>
          <pc:sldMk cId="1794083076" sldId="275"/>
        </pc:sldMkLst>
      </pc:sldChg>
      <pc:sldChg chg="del">
        <pc:chgData name="RUCAS" userId="aa484947-4b2a-42b8-8419-1f990e4d59e7" providerId="ADAL" clId="{DA9CA43F-4BF2-4DB8-88E9-0CAE065F3565}" dt="2024-11-28T12:26:59.236" v="1119" actId="47"/>
        <pc:sldMkLst>
          <pc:docMk/>
          <pc:sldMk cId="806042562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531" y="0"/>
            <a:ext cx="1696212" cy="77754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9336" y="2836874"/>
            <a:ext cx="5215890" cy="127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cs typeface="나눔스퀘어OTF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36395" y="4356100"/>
            <a:ext cx="7636510" cy="19446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cs typeface="나눔스퀘어OTF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cs typeface="나눔스퀘어OTF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5465" y="1789112"/>
            <a:ext cx="4745545" cy="5133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618289" y="1789112"/>
            <a:ext cx="4745545" cy="5133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cs typeface="나눔스퀘어OTF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9531" y="-1"/>
            <a:ext cx="1696212" cy="7851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1479"/>
            <a:ext cx="10907267" cy="490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cs typeface="나눔스퀘어OTF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83" y="1257045"/>
            <a:ext cx="9564370" cy="506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09162" y="7234237"/>
            <a:ext cx="3490976" cy="388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5465" y="7234237"/>
            <a:ext cx="2509139" cy="388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54696" y="7234237"/>
            <a:ext cx="2509139" cy="388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xfrm>
            <a:off x="1568450" y="3355975"/>
            <a:ext cx="7125751" cy="2135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0" marR="0" indent="0" algn="r" fontAlgn="base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KNU</a:t>
            </a:r>
            <a:r>
              <a:rPr lang="ko-KR" altLang="en-US" sz="4000" kern="0" spc="0" dirty="0" err="1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창업톡</a:t>
            </a:r>
            <a:r>
              <a:rPr lang="ko-KR" altLang="en-US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br>
              <a:rPr lang="en-US" altLang="ko-KR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ko-KR" altLang="en-US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기업 성과관리</a:t>
            </a:r>
            <a:r>
              <a:rPr lang="en-US" altLang="ko-KR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프로그램</a:t>
            </a:r>
            <a:br>
              <a:rPr lang="en-US" altLang="ko-KR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ko-KR" altLang="en-US" sz="4000" kern="0" spc="0" dirty="0">
                <a:solidFill>
                  <a:srgbClr val="0070C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관리 시스템 구축</a:t>
            </a:r>
            <a:endParaRPr lang="ko-KR" altLang="en-US" sz="4000" kern="0" spc="0" dirty="0">
              <a:solidFill>
                <a:srgbClr val="0070C0"/>
              </a:solidFill>
              <a:effectLst/>
              <a:latin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AD63D2-792A-FFE7-E974-C0C6EED0CDF7}"/>
              </a:ext>
            </a:extLst>
          </p:cNvPr>
          <p:cNvSpPr/>
          <p:nvPr/>
        </p:nvSpPr>
        <p:spPr>
          <a:xfrm>
            <a:off x="1949450" y="2822575"/>
            <a:ext cx="7010400" cy="2743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200" dirty="0"/>
              <a:t>기업 </a:t>
            </a:r>
            <a:r>
              <a:rPr lang="en-CA" altLang="ko-KR" sz="7200" dirty="0"/>
              <a:t>Frontend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407957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1F535B5-F685-17B1-36CE-A1305BDF2C8D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회원 및 접속 구조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71D0C-9602-5D40-A13C-916BE164A141}"/>
              </a:ext>
            </a:extLst>
          </p:cNvPr>
          <p:cNvSpPr txBox="1"/>
          <p:nvPr/>
        </p:nvSpPr>
        <p:spPr>
          <a:xfrm>
            <a:off x="810313" y="1467160"/>
            <a:ext cx="2066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https://k-talk.kr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5B8BED-73D3-6954-24D0-3CFE1CCD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50" y="1450975"/>
            <a:ext cx="5589301" cy="4041775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6EE1A64-ADA7-D102-8AB2-9AA0AC13E453}"/>
              </a:ext>
            </a:extLst>
          </p:cNvPr>
          <p:cNvCxnSpPr/>
          <p:nvPr/>
        </p:nvCxnSpPr>
        <p:spPr>
          <a:xfrm flipH="1">
            <a:off x="4006850" y="5184775"/>
            <a:ext cx="31242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7FDD87-6B08-5CCF-864C-69DB86673B36}"/>
              </a:ext>
            </a:extLst>
          </p:cNvPr>
          <p:cNvSpPr txBox="1"/>
          <p:nvPr/>
        </p:nvSpPr>
        <p:spPr>
          <a:xfrm>
            <a:off x="1791620" y="6195277"/>
            <a:ext cx="2066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배너를 통한 성과관리시스템 로그인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459C3-AD24-46E9-9F70-D3B1948CF334}"/>
              </a:ext>
            </a:extLst>
          </p:cNvPr>
          <p:cNvSpPr txBox="1"/>
          <p:nvPr/>
        </p:nvSpPr>
        <p:spPr>
          <a:xfrm>
            <a:off x="5835650" y="6556375"/>
            <a:ext cx="4429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이 홈페이지의 배너를 클릭하면 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 err="1">
                <a:highlight>
                  <a:srgbClr val="FFFF00"/>
                </a:highlight>
              </a:rPr>
              <a:t>창업톡</a:t>
            </a:r>
            <a:r>
              <a:rPr lang="ko-KR" altLang="en-US" dirty="0">
                <a:highlight>
                  <a:srgbClr val="FFFF00"/>
                </a:highlight>
              </a:rPr>
              <a:t> 고도화 홈페이지로 연결되면 된다</a:t>
            </a:r>
            <a:r>
              <a:rPr lang="en-CA" altLang="ko-KR" dirty="0">
                <a:highlight>
                  <a:srgbClr val="FFFF00"/>
                </a:highlight>
              </a:rPr>
              <a:t>.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4392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B0E5D91C-FF6D-4062-400A-F4164371F52B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회원가입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C3E136-E54F-5D1A-930F-F1111605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912" y="2722562"/>
            <a:ext cx="4181475" cy="23336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DB7C90-4DDE-4039-92B3-251DC98D828B}"/>
              </a:ext>
            </a:extLst>
          </p:cNvPr>
          <p:cNvSpPr txBox="1"/>
          <p:nvPr/>
        </p:nvSpPr>
        <p:spPr>
          <a:xfrm>
            <a:off x="4083050" y="2974975"/>
            <a:ext cx="4839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아이디 형태 </a:t>
            </a:r>
            <a:r>
              <a:rPr lang="en-CA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사업자등록번호 </a:t>
            </a:r>
            <a:r>
              <a:rPr lang="en-CA" altLang="ko-KR" dirty="0">
                <a:highlight>
                  <a:srgbClr val="FFFF00"/>
                </a:highlight>
              </a:rPr>
              <a:t>: </a:t>
            </a:r>
            <a:r>
              <a:rPr lang="en-CA" altLang="ko-KR" dirty="0" err="1">
                <a:highlight>
                  <a:srgbClr val="FFFF00"/>
                </a:highlight>
              </a:rPr>
              <a:t>ooo-oo-ooooo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62BE7-25DA-4E32-982F-77EB66DB3371}"/>
              </a:ext>
            </a:extLst>
          </p:cNvPr>
          <p:cNvSpPr txBox="1"/>
          <p:nvPr/>
        </p:nvSpPr>
        <p:spPr>
          <a:xfrm>
            <a:off x="3778250" y="5489575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ko-KR" dirty="0"/>
              <a:t>[</a:t>
            </a:r>
            <a:r>
              <a:rPr lang="ko-KR" altLang="en-US" dirty="0"/>
              <a:t>회원가입</a:t>
            </a:r>
            <a:r>
              <a:rPr lang="en-CA" altLang="ko-KR" dirty="0"/>
              <a:t>]     [</a:t>
            </a:r>
            <a:r>
              <a:rPr lang="ko-KR" altLang="en-US" dirty="0"/>
              <a:t>아이디</a:t>
            </a:r>
            <a:r>
              <a:rPr lang="en-CA" altLang="ko-KR" dirty="0"/>
              <a:t>/</a:t>
            </a:r>
            <a:r>
              <a:rPr lang="ko-KR" altLang="en-US" dirty="0"/>
              <a:t>비밀번호 찾기</a:t>
            </a:r>
            <a:r>
              <a:rPr lang="en-CA" altLang="ko-KR" dirty="0"/>
              <a:t>]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58433-CEB7-4A94-A2E8-41FA74BA0EFE}"/>
              </a:ext>
            </a:extLst>
          </p:cNvPr>
          <p:cNvSpPr txBox="1"/>
          <p:nvPr/>
        </p:nvSpPr>
        <p:spPr>
          <a:xfrm>
            <a:off x="4136287" y="3611955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비밀번호는 암호화 저장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65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4D6EB90-FE07-C24F-8A4E-809CB81C646E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회원가입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91E9E3E-C46B-D59F-9852-E12EE53FDA00}"/>
              </a:ext>
            </a:extLst>
          </p:cNvPr>
          <p:cNvGrpSpPr/>
          <p:nvPr/>
        </p:nvGrpSpPr>
        <p:grpSpPr>
          <a:xfrm>
            <a:off x="273050" y="1284299"/>
            <a:ext cx="5410201" cy="5541114"/>
            <a:chOff x="1187449" y="786661"/>
            <a:chExt cx="8067676" cy="674126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D162B01-5AEE-C539-9E9F-148DECB7F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450" y="786661"/>
              <a:ext cx="8067674" cy="426004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A50F1F9-F7DE-F525-5D24-0CD57928B84C}"/>
                </a:ext>
              </a:extLst>
            </p:cNvPr>
            <p:cNvSpPr/>
            <p:nvPr/>
          </p:nvSpPr>
          <p:spPr>
            <a:xfrm>
              <a:off x="1187449" y="4041775"/>
              <a:ext cx="4038601" cy="31595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F1570F2-489B-866F-4C2E-E469F1160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7450" y="5032375"/>
              <a:ext cx="8067675" cy="249555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15660B8A-346D-C00D-F538-FA52D4053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650" y="4976447"/>
            <a:ext cx="3981450" cy="18573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7AE358-7779-E2E9-8363-3B468CFBD257}"/>
              </a:ext>
            </a:extLst>
          </p:cNvPr>
          <p:cNvSpPr txBox="1"/>
          <p:nvPr/>
        </p:nvSpPr>
        <p:spPr>
          <a:xfrm>
            <a:off x="5988050" y="1287474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회원가입 후 승인 이후 로그인 가능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9F78A-698A-9BC4-1FA9-FD9916DF6D63}"/>
              </a:ext>
            </a:extLst>
          </p:cNvPr>
          <p:cNvSpPr txBox="1"/>
          <p:nvPr/>
        </p:nvSpPr>
        <p:spPr>
          <a:xfrm>
            <a:off x="6861174" y="2380852"/>
            <a:ext cx="3546476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  <a:ea typeface="+mn-ea"/>
              </a:rPr>
              <a:t>소재지역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강원특별자치도</a:t>
            </a:r>
            <a:r>
              <a:rPr lang="en-CA" altLang="ko-KR" sz="1400" dirty="0">
                <a:latin typeface="+mn-ea"/>
                <a:ea typeface="+mn-ea"/>
              </a:rPr>
              <a:t>/</a:t>
            </a:r>
            <a:r>
              <a:rPr lang="ko-KR" altLang="en-US" sz="1400" dirty="0" err="1">
                <a:latin typeface="+mn-ea"/>
                <a:ea typeface="+mn-ea"/>
              </a:rPr>
              <a:t>강원외</a:t>
            </a:r>
            <a:r>
              <a:rPr lang="en-CA" altLang="ko-KR" sz="1400" dirty="0">
                <a:latin typeface="+mn-ea"/>
                <a:ea typeface="+mn-ea"/>
              </a:rPr>
              <a:t>)</a:t>
            </a:r>
            <a:endParaRPr lang="ko-KR" altLang="en-US" sz="1400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  <a:ea typeface="+mn-ea"/>
              </a:rPr>
              <a:t>창업구분(예비/창업)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  <a:ea typeface="+mn-ea"/>
              </a:rPr>
              <a:t>창업일설립일자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  <a:ea typeface="+mn-ea"/>
              </a:rPr>
              <a:t>법인번호 </a:t>
            </a:r>
            <a:r>
              <a:rPr lang="en-CA" altLang="ko-KR" sz="1400" dirty="0">
                <a:latin typeface="+mn-ea"/>
                <a:ea typeface="+mn-ea"/>
              </a:rPr>
              <a:t>(13</a:t>
            </a:r>
            <a:r>
              <a:rPr lang="ko-KR" altLang="en-US" sz="1400" dirty="0">
                <a:latin typeface="+mn-ea"/>
                <a:ea typeface="+mn-ea"/>
              </a:rPr>
              <a:t>자리 </a:t>
            </a:r>
            <a:r>
              <a:rPr lang="en-CA" altLang="ko-KR" sz="1400" dirty="0" err="1">
                <a:latin typeface="+mn-ea"/>
                <a:ea typeface="+mn-ea"/>
              </a:rPr>
              <a:t>oooooo-ooooooo</a:t>
            </a:r>
            <a:r>
              <a:rPr lang="en-CA" altLang="ko-KR" sz="1400" dirty="0">
                <a:latin typeface="+mn-ea"/>
                <a:ea typeface="+mn-ea"/>
              </a:rPr>
              <a:t>)</a:t>
            </a:r>
            <a:endParaRPr lang="ko-KR" altLang="en-US" sz="1400" dirty="0">
              <a:latin typeface="+mn-ea"/>
              <a:ea typeface="+mn-ea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1D1B7F-2BE5-608D-F939-78C09550EC5D}"/>
              </a:ext>
            </a:extLst>
          </p:cNvPr>
          <p:cNvCxnSpPr/>
          <p:nvPr/>
        </p:nvCxnSpPr>
        <p:spPr>
          <a:xfrm flipH="1">
            <a:off x="5835650" y="303511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CFC0091-30B8-AFA4-2DA6-8EA3A6FFE681}"/>
              </a:ext>
            </a:extLst>
          </p:cNvPr>
          <p:cNvSpPr txBox="1"/>
          <p:nvPr/>
        </p:nvSpPr>
        <p:spPr>
          <a:xfrm>
            <a:off x="5817023" y="3052543"/>
            <a:ext cx="628227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+mn-ea"/>
              </a:rPr>
              <a:t>추가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29C245E-7917-4113-9B22-B7FABD93F2AF}"/>
              </a:ext>
            </a:extLst>
          </p:cNvPr>
          <p:cNvCxnSpPr/>
          <p:nvPr/>
        </p:nvCxnSpPr>
        <p:spPr>
          <a:xfrm flipH="1">
            <a:off x="5454650" y="4346575"/>
            <a:ext cx="9906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2EC9D7-F4D1-40F5-81AF-528C42B4FEB9}"/>
              </a:ext>
            </a:extLst>
          </p:cNvPr>
          <p:cNvSpPr txBox="1"/>
          <p:nvPr/>
        </p:nvSpPr>
        <p:spPr>
          <a:xfrm>
            <a:off x="6369050" y="414090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추후 </a:t>
            </a:r>
            <a:r>
              <a:rPr lang="en-CA" altLang="ko-KR" dirty="0">
                <a:highlight>
                  <a:srgbClr val="FFFF00"/>
                </a:highlight>
              </a:rPr>
              <a:t>select </a:t>
            </a:r>
            <a:r>
              <a:rPr lang="ko-KR" altLang="en-US" dirty="0">
                <a:highlight>
                  <a:srgbClr val="FFFF00"/>
                </a:highlight>
              </a:rPr>
              <a:t>박스 항목은 제공 예정임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3F8E6-4A8D-4032-9B9B-9B51D1B0B5BD}"/>
              </a:ext>
            </a:extLst>
          </p:cNvPr>
          <p:cNvSpPr txBox="1"/>
          <p:nvPr/>
        </p:nvSpPr>
        <p:spPr>
          <a:xfrm>
            <a:off x="6119852" y="18888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주소검색</a:t>
            </a:r>
            <a:endParaRPr lang="en-CA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BC8A56-00A1-436B-A512-422CD3DF8650}"/>
              </a:ext>
            </a:extLst>
          </p:cNvPr>
          <p:cNvCxnSpPr>
            <a:stCxn id="5" idx="1"/>
          </p:cNvCxnSpPr>
          <p:nvPr/>
        </p:nvCxnSpPr>
        <p:spPr>
          <a:xfrm flipH="1">
            <a:off x="1797050" y="2073476"/>
            <a:ext cx="4322802" cy="43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7DDE5B1-8628-4F15-84AE-A3A4839012CC}"/>
              </a:ext>
            </a:extLst>
          </p:cNvPr>
          <p:cNvSpPr txBox="1"/>
          <p:nvPr/>
        </p:nvSpPr>
        <p:spPr>
          <a:xfrm>
            <a:off x="2482850" y="7242175"/>
            <a:ext cx="854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창업고도화 홈페이지의 모든 파일첨부는 기업회원별 및 메뉴별로 폴더로 구분한다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259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90D4AB-571E-9199-A24A-5E6FA520F9EC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메인화면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8B9A898-AFE2-3C00-FE33-0E5A75C176AB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5781B85-F81A-19DA-092C-7591FF6E68CC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E6A60F13-2936-3ACA-D53D-B7922883AACE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0E976CAC-D3D7-8DC7-A515-1FF6D5D7008B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EE72BEF4-EB62-C1E5-24EC-3DA408931018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서브메뉴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B358502-2353-C3F3-EC92-65C109FC3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18" name="object 7">
            <a:extLst>
              <a:ext uri="{FF2B5EF4-FFF2-40B4-BE49-F238E27FC236}">
                <a16:creationId xmlns:a16="http://schemas.microsoft.com/office/drawing/2014/main" id="{38CCF6B8-DA1E-DA5D-B344-5A05BC68FB7F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C5639-E046-CBC3-289C-6B85816630A7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AB1F735-52F0-1AE0-3A48-42A410E41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76" y="3546203"/>
            <a:ext cx="2899473" cy="218435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0CDB094-3B6B-1F5F-3243-0431D5B8F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071" y="3630782"/>
            <a:ext cx="2302569" cy="215576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7EB47D5-8EFF-CB68-AE30-0BEEE4174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123" y="3955093"/>
            <a:ext cx="2302569" cy="17712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EC589F9-C31F-4A04-E34C-08E1AD1A6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7383" y="5960759"/>
            <a:ext cx="7533277" cy="1417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EBE3E-62BE-449C-9308-0A90A75550AC}"/>
              </a:ext>
            </a:extLst>
          </p:cNvPr>
          <p:cNvSpPr txBox="1"/>
          <p:nvPr/>
        </p:nvSpPr>
        <p:spPr>
          <a:xfrm>
            <a:off x="6072169" y="4354083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04274-67B0-406B-B97D-9ACF5010F2BF}"/>
              </a:ext>
            </a:extLst>
          </p:cNvPr>
          <p:cNvSpPr txBox="1"/>
          <p:nvPr/>
        </p:nvSpPr>
        <p:spPr>
          <a:xfrm>
            <a:off x="8488807" y="4723415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83397-268D-4218-B943-71E6FA99D99B}"/>
              </a:ext>
            </a:extLst>
          </p:cNvPr>
          <p:cNvSpPr txBox="1"/>
          <p:nvPr/>
        </p:nvSpPr>
        <p:spPr>
          <a:xfrm>
            <a:off x="6789587" y="2413171"/>
            <a:ext cx="3608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1</a:t>
            </a:r>
            <a:br>
              <a:rPr lang="en-CA" altLang="ko-KR" dirty="0">
                <a:highlight>
                  <a:srgbClr val="FFFF00"/>
                </a:highlight>
              </a:rPr>
            </a:br>
            <a:r>
              <a:rPr lang="ko-KR" altLang="en-US" dirty="0">
                <a:highlight>
                  <a:srgbClr val="FFFF00"/>
                </a:highlight>
              </a:rPr>
              <a:t>관리자에서 </a:t>
            </a:r>
            <a:r>
              <a:rPr lang="ko-KR" altLang="en-US" dirty="0" err="1">
                <a:highlight>
                  <a:srgbClr val="FFFF00"/>
                </a:highlight>
              </a:rPr>
              <a:t>입력시</a:t>
            </a:r>
            <a:r>
              <a:rPr lang="ko-KR" altLang="en-US" dirty="0">
                <a:highlight>
                  <a:srgbClr val="FFFF00"/>
                </a:highlight>
              </a:rPr>
              <a:t> 자동으로 로딩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CC2DE-D366-4165-9976-1AEE451D00B5}"/>
              </a:ext>
            </a:extLst>
          </p:cNvPr>
          <p:cNvSpPr txBox="1"/>
          <p:nvPr/>
        </p:nvSpPr>
        <p:spPr>
          <a:xfrm>
            <a:off x="2971377" y="3704709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DB </a:t>
            </a:r>
            <a:r>
              <a:rPr lang="ko-KR" altLang="en-US" dirty="0">
                <a:highlight>
                  <a:srgbClr val="FFFF00"/>
                </a:highlight>
              </a:rPr>
              <a:t>데이터 추출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100043-B0EC-4711-A565-2D08F6EF62E9}"/>
              </a:ext>
            </a:extLst>
          </p:cNvPr>
          <p:cNvSpPr txBox="1"/>
          <p:nvPr/>
        </p:nvSpPr>
        <p:spPr>
          <a:xfrm>
            <a:off x="6349375" y="3444873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관리자에서 입력한 최근 </a:t>
            </a:r>
            <a:r>
              <a:rPr lang="en-CA" altLang="ko-KR" dirty="0">
                <a:highlight>
                  <a:srgbClr val="FFFF00"/>
                </a:highlight>
              </a:rPr>
              <a:t>1</a:t>
            </a:r>
            <a:r>
              <a:rPr lang="ko-KR" altLang="en-US" dirty="0">
                <a:highlight>
                  <a:srgbClr val="FFFF00"/>
                </a:highlight>
              </a:rPr>
              <a:t>개 이미지 추출</a:t>
            </a:r>
            <a:endParaRPr lang="en-CA" dirty="0">
              <a:highlight>
                <a:srgbClr val="FFFF00"/>
              </a:highlight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4F2EB3-5E13-4EF3-9D99-C20A48666A7F}"/>
              </a:ext>
            </a:extLst>
          </p:cNvPr>
          <p:cNvCxnSpPr/>
          <p:nvPr/>
        </p:nvCxnSpPr>
        <p:spPr>
          <a:xfrm flipH="1">
            <a:off x="7131050" y="3823657"/>
            <a:ext cx="228600" cy="342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ED5210-362D-4533-8EAF-1AFCB3F1FDC5}"/>
              </a:ext>
            </a:extLst>
          </p:cNvPr>
          <p:cNvCxnSpPr>
            <a:cxnSpLocks/>
          </p:cNvCxnSpPr>
          <p:nvPr/>
        </p:nvCxnSpPr>
        <p:spPr>
          <a:xfrm>
            <a:off x="7512050" y="3853111"/>
            <a:ext cx="976757" cy="406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85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A43D3FCA-1354-18B2-D8D2-AF2E5B179A6F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rgbClr val="FF0000"/>
                </a:solidFill>
                <a:latin typeface="+mn-ea"/>
                <a:ea typeface="+mn-ea"/>
              </a:rPr>
              <a:t>시스템소개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6C48E4CF-9BF1-BECE-A66A-F2B0A6752518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016F95F1-3623-B26B-A02B-6AADA016B4FE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E8B65FF4-F166-7A1E-7030-FE31B1842C9E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7434366A-D4DE-EFB5-78D1-69372568F0A3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54E36DE3-97D6-4C11-C70B-B6CB52A5B06A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시스템소개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D3114AF-CB3B-F7B0-5833-BA557FEC7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1CE6D615-9D02-9375-8461-70398837A5D1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EA4E4E-C02B-59EC-DCB4-35BFF5FEA025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C9C217-D836-ECA1-65A9-884EDC5B400F}"/>
              </a:ext>
            </a:extLst>
          </p:cNvPr>
          <p:cNvSpPr/>
          <p:nvPr/>
        </p:nvSpPr>
        <p:spPr>
          <a:xfrm>
            <a:off x="2711450" y="3660775"/>
            <a:ext cx="7519511" cy="3657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향후 업데이트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일반 콘텐츠 소개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E66E9-E3C3-4CC3-8C21-618ABACFF0A3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2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0742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E33F-19A6-0D75-3C13-8E048CA43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DC45F403-D95E-3E49-5014-8A8A74A2B716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rgbClr val="FF0000"/>
                </a:solidFill>
                <a:latin typeface="+mn-ea"/>
                <a:ea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DCEE0DAF-D9C1-900E-45B4-839A5DC20B3C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7F5009D2-0151-8843-715F-327851FD3E75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3A098B1A-C836-79F7-4C41-787825E08687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EDC74B86-BBE6-4ADD-132A-27F8010372C4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E657D03F-7665-9292-AB6E-5946DCD8B43E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243B2E4-C85C-9744-D32E-46E840D68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BB5642F5-DB90-9BBE-129F-4635AE80E584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099F4D-258C-9FC5-607C-D1459892DE0E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12A040-8049-AB51-7AAF-1A8164A72BAC}"/>
              </a:ext>
            </a:extLst>
          </p:cNvPr>
          <p:cNvSpPr txBox="1"/>
          <p:nvPr/>
        </p:nvSpPr>
        <p:spPr>
          <a:xfrm>
            <a:off x="273050" y="6416104"/>
            <a:ext cx="3575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ko-KR" dirty="0">
                <a:highlight>
                  <a:srgbClr val="FFFF00"/>
                </a:highlight>
              </a:rPr>
              <a:t>[</a:t>
            </a:r>
            <a:r>
              <a:rPr lang="ko-KR" altLang="en-US" dirty="0">
                <a:highlight>
                  <a:srgbClr val="FFFF00"/>
                </a:highlight>
              </a:rPr>
              <a:t>프로그램 신청 버튼</a:t>
            </a:r>
            <a:r>
              <a:rPr lang="en-CA" altLang="ko-KR" dirty="0">
                <a:highlight>
                  <a:srgbClr val="FFFF00"/>
                </a:highlight>
              </a:rPr>
              <a:t>]</a:t>
            </a:r>
          </a:p>
          <a:p>
            <a:r>
              <a:rPr lang="en-CA" altLang="ko-KR" dirty="0"/>
              <a:t>-</a:t>
            </a:r>
            <a:r>
              <a:rPr lang="ko-KR" altLang="en-US" dirty="0"/>
              <a:t>공고 게시판별 각각 신청버튼</a:t>
            </a:r>
            <a:endParaRPr lang="en-CA" altLang="ko-KR" dirty="0"/>
          </a:p>
          <a:p>
            <a:r>
              <a:rPr lang="ko-KR" altLang="en-US" dirty="0"/>
              <a:t>첨부파일 최대 </a:t>
            </a:r>
            <a:r>
              <a:rPr lang="en-CA" altLang="ko-KR" dirty="0"/>
              <a:t>5</a:t>
            </a:r>
            <a:r>
              <a:rPr lang="ko-KR" altLang="en-US" dirty="0"/>
              <a:t>개까지 넣고 제출</a:t>
            </a:r>
            <a:endParaRPr lang="en-CA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60F9EA1-B008-8B3F-DF44-256A38C7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50" y="4041775"/>
            <a:ext cx="7293406" cy="25899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0BDE2F-C444-4356-8371-4DDAF1731DEC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3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D1030-733A-4F29-A840-6488A6BC9930}"/>
              </a:ext>
            </a:extLst>
          </p:cNvPr>
          <p:cNvSpPr txBox="1"/>
          <p:nvPr/>
        </p:nvSpPr>
        <p:spPr>
          <a:xfrm>
            <a:off x="4981223" y="4934638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공고 게시판</a:t>
            </a:r>
            <a:endParaRPr lang="en-CA" dirty="0">
              <a:highlight>
                <a:srgbClr val="FFFF00"/>
              </a:highlight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18202E3-C763-4EA5-BEB7-1F75226D0636}"/>
              </a:ext>
            </a:extLst>
          </p:cNvPr>
          <p:cNvCxnSpPr>
            <a:cxnSpLocks/>
          </p:cNvCxnSpPr>
          <p:nvPr/>
        </p:nvCxnSpPr>
        <p:spPr>
          <a:xfrm flipV="1">
            <a:off x="2559050" y="4803776"/>
            <a:ext cx="6400800" cy="152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1D25C3-E5C6-442F-BF27-494CE2DC7297}"/>
              </a:ext>
            </a:extLst>
          </p:cNvPr>
          <p:cNvCxnSpPr>
            <a:cxnSpLocks/>
          </p:cNvCxnSpPr>
          <p:nvPr/>
        </p:nvCxnSpPr>
        <p:spPr>
          <a:xfrm flipV="1">
            <a:off x="2559050" y="5565776"/>
            <a:ext cx="6400800" cy="850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12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2192-44B1-AA62-DB3C-D30B5092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7E5ED7AB-8A44-C778-089C-8F36C952A757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rgbClr val="FF0000"/>
                </a:solidFill>
                <a:latin typeface="+mn-ea"/>
                <a:ea typeface="+mn-ea"/>
              </a:rPr>
              <a:t>성과관리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45FDD9F4-B134-DA7C-8FD5-357871528AAC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DEA407AC-32CD-A3CD-1E62-B78681AE49AD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E3F85CB2-0530-59DE-0E4C-5C518B4B374D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7D5A6075-E15A-3472-C57F-281BE1A364C8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B9121A9-9DF7-8EB3-7AA7-061812D1ECDF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기업정보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227DF6C-31B1-73DB-5595-DA2372BDF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48A78C48-E595-F721-9702-248F50F81183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CB436-4496-E08B-E1FB-DB860B0D6925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D9B60-0882-5F9C-FAFA-2DEF8958EEDB}"/>
              </a:ext>
            </a:extLst>
          </p:cNvPr>
          <p:cNvSpPr txBox="1"/>
          <p:nvPr/>
        </p:nvSpPr>
        <p:spPr>
          <a:xfrm>
            <a:off x="8077283" y="4915287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기업회원정보</a:t>
            </a:r>
            <a:endParaRPr lang="en-US" altLang="ko-KR" dirty="0"/>
          </a:p>
          <a:p>
            <a:r>
              <a:rPr lang="ko-KR" altLang="en-US" dirty="0"/>
              <a:t>수정 기능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68ADA08-2C09-6959-E700-55F53F21E1E6}"/>
              </a:ext>
            </a:extLst>
          </p:cNvPr>
          <p:cNvSpPr txBox="1"/>
          <p:nvPr/>
        </p:nvSpPr>
        <p:spPr>
          <a:xfrm>
            <a:off x="490499" y="2551228"/>
            <a:ext cx="1792464" cy="35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성과조회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8C929637-A635-2036-7C15-FA45EB875097}"/>
              </a:ext>
            </a:extLst>
          </p:cNvPr>
          <p:cNvSpPr txBox="1"/>
          <p:nvPr/>
        </p:nvSpPr>
        <p:spPr>
          <a:xfrm>
            <a:off x="528599" y="3037003"/>
            <a:ext cx="1792464" cy="35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성과입력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9C0A51-C56F-4C3E-8C3D-ECF9EAD34AE8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4</a:t>
            </a:r>
            <a:endParaRPr lang="en-CA" dirty="0">
              <a:highlight>
                <a:srgbClr val="FFFF00"/>
              </a:highlight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C493E32-D5E7-4370-AE38-603994A25018}"/>
              </a:ext>
            </a:extLst>
          </p:cNvPr>
          <p:cNvGrpSpPr/>
          <p:nvPr/>
        </p:nvGrpSpPr>
        <p:grpSpPr>
          <a:xfrm>
            <a:off x="3778250" y="3580481"/>
            <a:ext cx="3962998" cy="3890294"/>
            <a:chOff x="3778250" y="3580481"/>
            <a:chExt cx="3962998" cy="389029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9F649FC-167A-80DA-88DC-D2CE72C87F0B}"/>
                </a:ext>
              </a:extLst>
            </p:cNvPr>
            <p:cNvGrpSpPr/>
            <p:nvPr/>
          </p:nvGrpSpPr>
          <p:grpSpPr>
            <a:xfrm>
              <a:off x="3778250" y="3580481"/>
              <a:ext cx="3962998" cy="3890294"/>
              <a:chOff x="1187450" y="786661"/>
              <a:chExt cx="8067675" cy="6741264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1736375D-3B5B-826B-46A0-AA52DF4E5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7450" y="786661"/>
                <a:ext cx="8067674" cy="4260040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F4076E75-3E60-6C84-9067-C66ED09ED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450" y="5032375"/>
                <a:ext cx="8067675" cy="2495550"/>
              </a:xfrm>
              <a:prstGeom prst="rect">
                <a:avLst/>
              </a:prstGeom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019683B-2560-43D1-BE9C-8BDB28EAD4CC}"/>
                </a:ext>
              </a:extLst>
            </p:cNvPr>
            <p:cNvSpPr/>
            <p:nvPr/>
          </p:nvSpPr>
          <p:spPr>
            <a:xfrm>
              <a:off x="4006850" y="5413375"/>
              <a:ext cx="18288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7C37E77-1941-495E-8AA0-F5F6C34E9640}"/>
              </a:ext>
            </a:extLst>
          </p:cNvPr>
          <p:cNvSpPr txBox="1"/>
          <p:nvPr/>
        </p:nvSpPr>
        <p:spPr>
          <a:xfrm>
            <a:off x="8077283" y="5814109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ko-KR" dirty="0">
                <a:highlight>
                  <a:srgbClr val="FFFF00"/>
                </a:highlight>
              </a:rPr>
              <a:t>select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CA" altLang="ko-KR" dirty="0">
                <a:highlight>
                  <a:srgbClr val="FFFF00"/>
                </a:highlight>
              </a:rPr>
              <a:t>box</a:t>
            </a:r>
            <a:r>
              <a:rPr lang="ko-KR" altLang="en-US" dirty="0">
                <a:highlight>
                  <a:srgbClr val="FFFF00"/>
                </a:highlight>
              </a:rPr>
              <a:t>에 들어가는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상세 항목은 추후 제공 예정</a:t>
            </a:r>
            <a:endParaRPr lang="en-CA" dirty="0">
              <a:highlight>
                <a:srgbClr val="FFFF00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643B86-D44F-4005-9A0B-F5CFAC438547}"/>
              </a:ext>
            </a:extLst>
          </p:cNvPr>
          <p:cNvCxnSpPr/>
          <p:nvPr/>
        </p:nvCxnSpPr>
        <p:spPr>
          <a:xfrm flipH="1">
            <a:off x="7283450" y="6099175"/>
            <a:ext cx="9144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59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48C15-062F-B911-F135-7089C5F1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2DA73FFB-B963-A39F-9814-1CCFE59C1B94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성과관리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C52B8057-8E55-B839-1727-2FC6FD497D71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6A8EB551-2AE1-DDA3-FD39-268DAED39D69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349C373D-EA17-ACA9-D15B-3C856EC78697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E774C64E-01F8-7CF3-0387-AB7576E584A7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19836942-75C0-F39D-EBA2-82AB2312DE40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기업정보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811007A-8992-6F7A-3479-66EC87FA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D9A6EBDE-B1DE-82D5-4E2E-42FA977CFC65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7CD1F0-8DD8-8800-69B0-01125E801F51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7677560-C2E6-14C4-00B5-C662AD40C7DC}"/>
              </a:ext>
            </a:extLst>
          </p:cNvPr>
          <p:cNvSpPr txBox="1"/>
          <p:nvPr/>
        </p:nvSpPr>
        <p:spPr>
          <a:xfrm>
            <a:off x="490499" y="2551228"/>
            <a:ext cx="1792464" cy="35185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성과조회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28E448-4B0C-C96E-5313-F19E1148D3A3}"/>
              </a:ext>
            </a:extLst>
          </p:cNvPr>
          <p:cNvSpPr/>
          <p:nvPr/>
        </p:nvSpPr>
        <p:spPr>
          <a:xfrm>
            <a:off x="2765613" y="3563817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년도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A3BF99-ABCE-4C33-7EFF-CDCB4F5C123A}"/>
              </a:ext>
            </a:extLst>
          </p:cNvPr>
          <p:cNvSpPr/>
          <p:nvPr/>
        </p:nvSpPr>
        <p:spPr>
          <a:xfrm>
            <a:off x="4783719" y="3584575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207763-A68F-4EA8-231A-A0BEDB864BE5}"/>
              </a:ext>
            </a:extLst>
          </p:cNvPr>
          <p:cNvSpPr/>
          <p:nvPr/>
        </p:nvSpPr>
        <p:spPr>
          <a:xfrm>
            <a:off x="6802090" y="3584575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상태 </a:t>
            </a:r>
            <a:r>
              <a:rPr lang="en-US" altLang="ko-KR" dirty="0"/>
              <a:t>(</a:t>
            </a:r>
            <a:r>
              <a:rPr lang="ko-KR" altLang="en-US" dirty="0"/>
              <a:t>제출</a:t>
            </a:r>
            <a:r>
              <a:rPr lang="en-US" altLang="ko-KR" dirty="0"/>
              <a:t>/</a:t>
            </a:r>
            <a:r>
              <a:rPr lang="ko-KR" altLang="en-US" dirty="0"/>
              <a:t>승인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34EEC8-F55D-F983-A003-F7643942A724}"/>
              </a:ext>
            </a:extLst>
          </p:cNvPr>
          <p:cNvSpPr/>
          <p:nvPr/>
        </p:nvSpPr>
        <p:spPr>
          <a:xfrm>
            <a:off x="8820461" y="3584575"/>
            <a:ext cx="1533291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검색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52B9E54-351C-AB5F-1040-3ED343CD4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38" y="4105277"/>
            <a:ext cx="7600713" cy="3502405"/>
          </a:xfrm>
          <a:prstGeom prst="rect">
            <a:avLst/>
          </a:prstGeom>
        </p:spPr>
      </p:pic>
      <p:sp>
        <p:nvSpPr>
          <p:cNvPr id="25" name="object 7">
            <a:extLst>
              <a:ext uri="{FF2B5EF4-FFF2-40B4-BE49-F238E27FC236}">
                <a16:creationId xmlns:a16="http://schemas.microsoft.com/office/drawing/2014/main" id="{8F29D2D7-7578-26DC-552C-F23CA4BAFF2B}"/>
              </a:ext>
            </a:extLst>
          </p:cNvPr>
          <p:cNvSpPr txBox="1"/>
          <p:nvPr/>
        </p:nvSpPr>
        <p:spPr>
          <a:xfrm>
            <a:off x="528599" y="3037003"/>
            <a:ext cx="1792464" cy="35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성과입력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77F279-E905-499A-92FB-0C0EE691686D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4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639071-BEF8-41EF-A97C-F6539B213D43}"/>
              </a:ext>
            </a:extLst>
          </p:cNvPr>
          <p:cNvSpPr txBox="1"/>
          <p:nvPr/>
        </p:nvSpPr>
        <p:spPr>
          <a:xfrm>
            <a:off x="6978650" y="6784975"/>
            <a:ext cx="4660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상세페이지 없음</a:t>
            </a:r>
            <a:endParaRPr lang="en-CA" altLang="ko-KR" dirty="0"/>
          </a:p>
          <a:p>
            <a:r>
              <a:rPr lang="ko-KR" altLang="en-US" dirty="0"/>
              <a:t>본인 기업의 </a:t>
            </a:r>
            <a:r>
              <a:rPr lang="ko-KR" altLang="en-US" dirty="0" err="1"/>
              <a:t>올린것은</a:t>
            </a:r>
            <a:r>
              <a:rPr lang="ko-KR" altLang="en-US" dirty="0"/>
              <a:t> 삭제</a:t>
            </a:r>
            <a:r>
              <a:rPr lang="en-CA" altLang="ko-KR" dirty="0"/>
              <a:t>/</a:t>
            </a:r>
            <a:r>
              <a:rPr lang="ko-KR" altLang="en-US" dirty="0"/>
              <a:t>수정가능해야 함</a:t>
            </a:r>
            <a:endParaRPr lang="en-CA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21C63-1D33-42B4-9967-237A95124369}"/>
              </a:ext>
            </a:extLst>
          </p:cNvPr>
          <p:cNvSpPr txBox="1"/>
          <p:nvPr/>
        </p:nvSpPr>
        <p:spPr>
          <a:xfrm>
            <a:off x="9798050" y="54133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다운로드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22BD0-9AD9-4D78-95B0-D02EA4807EE3}"/>
              </a:ext>
            </a:extLst>
          </p:cNvPr>
          <p:cNvSpPr/>
          <p:nvPr/>
        </p:nvSpPr>
        <p:spPr>
          <a:xfrm>
            <a:off x="9041331" y="4575175"/>
            <a:ext cx="909119" cy="2514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7B05D-561B-47E4-962A-CADA89353651}"/>
              </a:ext>
            </a:extLst>
          </p:cNvPr>
          <p:cNvSpPr txBox="1"/>
          <p:nvPr/>
        </p:nvSpPr>
        <p:spPr>
          <a:xfrm>
            <a:off x="4050023" y="3248373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highlight>
                  <a:srgbClr val="FFFF00"/>
                </a:highlight>
              </a:rPr>
              <a:t>검색키워드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CA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년도</a:t>
            </a:r>
            <a:r>
              <a:rPr lang="en-CA" altLang="ko-KR" dirty="0">
                <a:highlight>
                  <a:srgbClr val="FFFF00"/>
                </a:highlight>
              </a:rPr>
              <a:t>/ </a:t>
            </a:r>
            <a:r>
              <a:rPr lang="ko-KR" altLang="en-US" dirty="0">
                <a:highlight>
                  <a:srgbClr val="FFFF00"/>
                </a:highlight>
              </a:rPr>
              <a:t>분기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상태</a:t>
            </a:r>
            <a:r>
              <a:rPr lang="en-CA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제출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보완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승인</a:t>
            </a:r>
            <a:r>
              <a:rPr lang="en-CA" altLang="ko-KR" dirty="0">
                <a:highlight>
                  <a:srgbClr val="FFFF00"/>
                </a:highlight>
              </a:rPr>
              <a:t>)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BB820-3DFE-4F51-9181-854B28F7DE8B}"/>
              </a:ext>
            </a:extLst>
          </p:cNvPr>
          <p:cNvSpPr txBox="1"/>
          <p:nvPr/>
        </p:nvSpPr>
        <p:spPr>
          <a:xfrm>
            <a:off x="5583311" y="7365729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ko-KR" dirty="0">
                <a:highlight>
                  <a:srgbClr val="FFFF00"/>
                </a:highlight>
              </a:rPr>
              <a:t>[</a:t>
            </a:r>
            <a:r>
              <a:rPr lang="ko-KR" altLang="en-US" dirty="0">
                <a:highlight>
                  <a:srgbClr val="FFFF00"/>
                </a:highlight>
              </a:rPr>
              <a:t>실적제출 버튼</a:t>
            </a:r>
            <a:r>
              <a:rPr lang="en-CA" altLang="ko-KR" dirty="0">
                <a:highlight>
                  <a:srgbClr val="FFFF00"/>
                </a:highlight>
              </a:rPr>
              <a:t>]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F9B607-B99A-49D3-9073-5EC549CF9706}"/>
              </a:ext>
            </a:extLst>
          </p:cNvPr>
          <p:cNvSpPr txBox="1"/>
          <p:nvPr/>
        </p:nvSpPr>
        <p:spPr>
          <a:xfrm>
            <a:off x="196850" y="6153948"/>
            <a:ext cx="29161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실적제출 페이지 필요</a:t>
            </a:r>
            <a:endParaRPr lang="en-CA" altLang="ko-KR" dirty="0">
              <a:highlight>
                <a:srgbClr val="FFFF00"/>
              </a:highlight>
            </a:endParaRPr>
          </a:p>
          <a:p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 err="1">
                <a:highlight>
                  <a:srgbClr val="FFFF00"/>
                </a:highlight>
              </a:rPr>
              <a:t>실적제출하면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관리자에서 승인을 해준다</a:t>
            </a:r>
            <a:r>
              <a:rPr lang="en-CA" altLang="ko-KR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827853-5811-4F4B-967C-93DA7CC2F98E}"/>
              </a:ext>
            </a:extLst>
          </p:cNvPr>
          <p:cNvSpPr txBox="1"/>
          <p:nvPr/>
        </p:nvSpPr>
        <p:spPr>
          <a:xfrm>
            <a:off x="4904851" y="5788476"/>
            <a:ext cx="5821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해당 기업의 내용만 보이게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184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76EC-C915-A4DD-E15B-F7BA72E1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F5EE7832-5259-E1DF-BC6E-92E2533A6CBB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성과관리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C9F4B6C7-C6DA-1AEB-0BCC-B98C7DAB473D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A082454E-4B40-04F4-6BDF-2D60D7CEED92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76B6F3AD-CBC6-A274-71A2-0120529BC5D3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87CB4169-A35E-72AD-D5AE-2A6BA60003D1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6EA55045-3E29-73DD-957C-9BF0BEC74C9F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기업정보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CC75D90-1BD2-5D6D-8F1E-B9F6214F2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CF02E5A0-E283-B156-BA05-F99B411C8E1D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C13F38-9A3E-AA4C-68D5-5491667E3FEB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D8C9C77-CC36-96BD-ED94-890F40C70B0E}"/>
              </a:ext>
            </a:extLst>
          </p:cNvPr>
          <p:cNvSpPr txBox="1"/>
          <p:nvPr/>
        </p:nvSpPr>
        <p:spPr>
          <a:xfrm>
            <a:off x="490499" y="2551228"/>
            <a:ext cx="1792464" cy="35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성과조회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099A66-CE8C-D06C-2BCE-E85C1A2154F7}"/>
              </a:ext>
            </a:extLst>
          </p:cNvPr>
          <p:cNvSpPr/>
          <p:nvPr/>
        </p:nvSpPr>
        <p:spPr>
          <a:xfrm>
            <a:off x="2787650" y="3584575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년도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F5F163-A801-89D1-6FBA-AD6FF306052F}"/>
              </a:ext>
            </a:extLst>
          </p:cNvPr>
          <p:cNvSpPr/>
          <p:nvPr/>
        </p:nvSpPr>
        <p:spPr>
          <a:xfrm>
            <a:off x="4783719" y="3584575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</a:t>
            </a: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22035F31-58D7-0662-0DE5-02D6D117A3D5}"/>
              </a:ext>
            </a:extLst>
          </p:cNvPr>
          <p:cNvSpPr txBox="1"/>
          <p:nvPr/>
        </p:nvSpPr>
        <p:spPr>
          <a:xfrm>
            <a:off x="528599" y="3037003"/>
            <a:ext cx="1792464" cy="35185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성과입력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3EB7CC-502E-6CDB-4C53-550F4A71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212" y="4783537"/>
            <a:ext cx="8817429" cy="27391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0AA018-EA45-4857-BAB0-F6195D79583C}"/>
              </a:ext>
            </a:extLst>
          </p:cNvPr>
          <p:cNvSpPr txBox="1"/>
          <p:nvPr/>
        </p:nvSpPr>
        <p:spPr>
          <a:xfrm>
            <a:off x="-948777" y="4590965"/>
            <a:ext cx="314701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실적제출 페이지와 같은 형식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입력페이지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게시글 페이지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해당 기업의 내용만 보이게</a:t>
            </a:r>
            <a:endParaRPr lang="en-CA" altLang="ko-KR" dirty="0">
              <a:highlight>
                <a:srgbClr val="FFFF00"/>
              </a:highlight>
            </a:endParaRPr>
          </a:p>
          <a:p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입력내용만 현재 </a:t>
            </a:r>
            <a:r>
              <a:rPr lang="ko-KR" altLang="en-US" dirty="0" err="1">
                <a:highlight>
                  <a:srgbClr val="FFFF00"/>
                </a:highlight>
              </a:rPr>
              <a:t>포멧</a:t>
            </a:r>
            <a:endParaRPr lang="en-CA" altLang="ko-KR" dirty="0">
              <a:highlight>
                <a:srgbClr val="FFFF00"/>
              </a:highlight>
            </a:endParaRPr>
          </a:p>
          <a:p>
            <a:endParaRPr lang="en-CA" altLang="ko-KR" dirty="0">
              <a:highlight>
                <a:srgbClr val="FFFF00"/>
              </a:highlight>
            </a:endParaRPr>
          </a:p>
          <a:p>
            <a:r>
              <a:rPr lang="en-CA" altLang="ko-KR" dirty="0">
                <a:highlight>
                  <a:srgbClr val="FFFF00"/>
                </a:highlight>
              </a:rPr>
              <a:t>[</a:t>
            </a:r>
            <a:r>
              <a:rPr lang="ko-KR" altLang="en-US" dirty="0">
                <a:highlight>
                  <a:srgbClr val="FFFF00"/>
                </a:highlight>
              </a:rPr>
              <a:t>실적제출 버튼</a:t>
            </a:r>
            <a:r>
              <a:rPr lang="en-CA" altLang="ko-KR" dirty="0">
                <a:highlight>
                  <a:srgbClr val="FFFF00"/>
                </a:highlight>
              </a:rPr>
              <a:t>] </a:t>
            </a:r>
            <a:r>
              <a:rPr lang="ko-KR" altLang="en-US" dirty="0">
                <a:highlight>
                  <a:srgbClr val="FFFF00"/>
                </a:highlight>
              </a:rPr>
              <a:t>추가</a:t>
            </a:r>
            <a:endParaRPr lang="en-CA" altLang="ko-KR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13100F-B16C-4114-A678-E0D0C57B1E3D}"/>
              </a:ext>
            </a:extLst>
          </p:cNvPr>
          <p:cNvSpPr txBox="1"/>
          <p:nvPr/>
        </p:nvSpPr>
        <p:spPr>
          <a:xfrm>
            <a:off x="6569182" y="2772292"/>
            <a:ext cx="5552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추가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13826D-86CF-4252-9F32-8A9467FB2D23}"/>
              </a:ext>
            </a:extLst>
          </p:cNvPr>
          <p:cNvSpPr txBox="1"/>
          <p:nvPr/>
        </p:nvSpPr>
        <p:spPr>
          <a:xfrm>
            <a:off x="6632889" y="3598400"/>
            <a:ext cx="2479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년도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분기 키워드 검색</a:t>
            </a:r>
            <a:endParaRPr lang="en-CA" dirty="0"/>
          </a:p>
        </p:txBody>
      </p:sp>
      <p:sp>
        <p:nvSpPr>
          <p:cNvPr id="26" name="직사각형 5">
            <a:extLst>
              <a:ext uri="{FF2B5EF4-FFF2-40B4-BE49-F238E27FC236}">
                <a16:creationId xmlns:a16="http://schemas.microsoft.com/office/drawing/2014/main" id="{871AC7F1-F805-493F-8C1D-6A37C3C898EA}"/>
              </a:ext>
            </a:extLst>
          </p:cNvPr>
          <p:cNvSpPr/>
          <p:nvPr/>
        </p:nvSpPr>
        <p:spPr>
          <a:xfrm>
            <a:off x="2198238" y="4269141"/>
            <a:ext cx="1600200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매출고용</a:t>
            </a:r>
          </a:p>
        </p:txBody>
      </p:sp>
      <p:sp>
        <p:nvSpPr>
          <p:cNvPr id="27" name="직사각형 5">
            <a:extLst>
              <a:ext uri="{FF2B5EF4-FFF2-40B4-BE49-F238E27FC236}">
                <a16:creationId xmlns:a16="http://schemas.microsoft.com/office/drawing/2014/main" id="{39EF4BE7-0E83-4C3E-A25E-033341C94DF1}"/>
              </a:ext>
            </a:extLst>
          </p:cNvPr>
          <p:cNvSpPr/>
          <p:nvPr/>
        </p:nvSpPr>
        <p:spPr>
          <a:xfrm>
            <a:off x="3953044" y="4251688"/>
            <a:ext cx="2479884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정부지원 기수혜이력</a:t>
            </a:r>
          </a:p>
        </p:txBody>
      </p:sp>
      <p:sp>
        <p:nvSpPr>
          <p:cNvPr id="28" name="직사각형 6">
            <a:extLst>
              <a:ext uri="{FF2B5EF4-FFF2-40B4-BE49-F238E27FC236}">
                <a16:creationId xmlns:a16="http://schemas.microsoft.com/office/drawing/2014/main" id="{C7092CF7-5C7E-4D36-B244-FFC9759289C6}"/>
              </a:ext>
            </a:extLst>
          </p:cNvPr>
          <p:cNvSpPr/>
          <p:nvPr/>
        </p:nvSpPr>
        <p:spPr>
          <a:xfrm>
            <a:off x="6570833" y="4247352"/>
            <a:ext cx="1796108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D4B73-06E7-43D3-88FA-8ED50ED56BDA}"/>
              </a:ext>
            </a:extLst>
          </p:cNvPr>
          <p:cNvSpPr txBox="1"/>
          <p:nvPr/>
        </p:nvSpPr>
        <p:spPr>
          <a:xfrm>
            <a:off x="7872569" y="4106620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각 </a:t>
            </a:r>
            <a:r>
              <a:rPr lang="ko-KR" altLang="en-US" dirty="0" err="1">
                <a:highlight>
                  <a:srgbClr val="FFFF00"/>
                </a:highlight>
              </a:rPr>
              <a:t>탭별로</a:t>
            </a:r>
            <a:r>
              <a:rPr lang="ko-KR" altLang="en-US" dirty="0">
                <a:highlight>
                  <a:srgbClr val="FFFF00"/>
                </a:highlight>
              </a:rPr>
              <a:t> 년도와 분기별로 입력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46E0F7-FA76-4C7A-9E92-7F7500D3A609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4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25DC3-4376-4615-B2CE-BC3C16504F93}"/>
              </a:ext>
            </a:extLst>
          </p:cNvPr>
          <p:cNvSpPr/>
          <p:nvPr/>
        </p:nvSpPr>
        <p:spPr>
          <a:xfrm>
            <a:off x="4070315" y="6480175"/>
            <a:ext cx="1143000" cy="6058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36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D490E26-6E4C-FBBB-78A3-29A93838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0" y="2289175"/>
            <a:ext cx="9770704" cy="22738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03B05E5-EA6D-A905-669F-DA9C75631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32" y="3909057"/>
            <a:ext cx="9112414" cy="17441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6180770-C997-8D5E-CD81-A00405FBDB81}"/>
              </a:ext>
            </a:extLst>
          </p:cNvPr>
          <p:cNvSpPr/>
          <p:nvPr/>
        </p:nvSpPr>
        <p:spPr>
          <a:xfrm>
            <a:off x="958850" y="1679575"/>
            <a:ext cx="3845239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정부지원 기수혜이력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C5C6F-2189-4067-9492-F64F0FD6C065}"/>
              </a:ext>
            </a:extLst>
          </p:cNvPr>
          <p:cNvSpPr txBox="1"/>
          <p:nvPr/>
        </p:nvSpPr>
        <p:spPr>
          <a:xfrm>
            <a:off x="4616450" y="599821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ko-KR" dirty="0">
                <a:highlight>
                  <a:srgbClr val="FFFF00"/>
                </a:highlight>
              </a:rPr>
              <a:t>[</a:t>
            </a:r>
            <a:r>
              <a:rPr lang="ko-KR" altLang="en-US" dirty="0">
                <a:highlight>
                  <a:srgbClr val="FFFF00"/>
                </a:highlight>
              </a:rPr>
              <a:t>실적제출 하기</a:t>
            </a:r>
            <a:r>
              <a:rPr lang="en-CA" altLang="ko-KR" dirty="0">
                <a:highlight>
                  <a:srgbClr val="FFFF00"/>
                </a:highlight>
              </a:rPr>
              <a:t>]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E424AD-DDB1-4F71-8A2F-B71B5707FF4C}"/>
              </a:ext>
            </a:extLst>
          </p:cNvPr>
          <p:cNvSpPr/>
          <p:nvPr/>
        </p:nvSpPr>
        <p:spPr>
          <a:xfrm>
            <a:off x="9036050" y="2212975"/>
            <a:ext cx="1143000" cy="6058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22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15B2BD8-CAC9-81FD-49D0-8B14FA34C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593975"/>
            <a:ext cx="7899639" cy="41148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7111E35-3F06-922A-6596-3760439EC1CB}"/>
              </a:ext>
            </a:extLst>
          </p:cNvPr>
          <p:cNvSpPr/>
          <p:nvPr/>
        </p:nvSpPr>
        <p:spPr>
          <a:xfrm>
            <a:off x="958850" y="1679575"/>
            <a:ext cx="3845239" cy="457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06E1A-30C3-4FCD-A808-3F56D968F49C}"/>
              </a:ext>
            </a:extLst>
          </p:cNvPr>
          <p:cNvSpPr txBox="1"/>
          <p:nvPr/>
        </p:nvSpPr>
        <p:spPr>
          <a:xfrm>
            <a:off x="4540250" y="6981309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altLang="ko-KR" dirty="0">
                <a:highlight>
                  <a:srgbClr val="FFFF00"/>
                </a:highlight>
              </a:rPr>
              <a:t>[</a:t>
            </a:r>
            <a:r>
              <a:rPr lang="ko-KR" altLang="en-US" dirty="0">
                <a:highlight>
                  <a:srgbClr val="FFFF00"/>
                </a:highlight>
              </a:rPr>
              <a:t>실적제출 하기</a:t>
            </a:r>
            <a:r>
              <a:rPr lang="en-CA" altLang="ko-KR" dirty="0">
                <a:highlight>
                  <a:srgbClr val="FFFF00"/>
                </a:highlight>
              </a:rPr>
              <a:t>]</a:t>
            </a:r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5D762-BD6C-467C-83BE-891021223844}"/>
              </a:ext>
            </a:extLst>
          </p:cNvPr>
          <p:cNvSpPr txBox="1"/>
          <p:nvPr/>
        </p:nvSpPr>
        <p:spPr>
          <a:xfrm>
            <a:off x="6521450" y="1395879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각 </a:t>
            </a:r>
            <a:r>
              <a:rPr lang="en-CA" altLang="ko-KR" dirty="0">
                <a:highlight>
                  <a:srgbClr val="FFFF00"/>
                </a:highlight>
              </a:rPr>
              <a:t>select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CA" altLang="ko-KR" dirty="0">
                <a:highlight>
                  <a:srgbClr val="FFFF00"/>
                </a:highlight>
              </a:rPr>
              <a:t>box</a:t>
            </a:r>
            <a:r>
              <a:rPr lang="ko-KR" altLang="en-US" dirty="0">
                <a:highlight>
                  <a:srgbClr val="FFFF00"/>
                </a:highlight>
              </a:rPr>
              <a:t>에 들어가는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상세 항목은 추후 제공 예정</a:t>
            </a:r>
            <a:endParaRPr lang="en-CA" dirty="0">
              <a:highlight>
                <a:srgbClr val="FFFF00"/>
              </a:highligh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66A6B9-F7A1-4FF8-A4DC-6DF6EFF631AD}"/>
              </a:ext>
            </a:extLst>
          </p:cNvPr>
          <p:cNvCxnSpPr/>
          <p:nvPr/>
        </p:nvCxnSpPr>
        <p:spPr>
          <a:xfrm flipH="1">
            <a:off x="7740650" y="2042210"/>
            <a:ext cx="914400" cy="2151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5A77D-8CD1-4F74-B561-482F990FF8FF}"/>
              </a:ext>
            </a:extLst>
          </p:cNvPr>
          <p:cNvCxnSpPr>
            <a:cxnSpLocks/>
          </p:cNvCxnSpPr>
          <p:nvPr/>
        </p:nvCxnSpPr>
        <p:spPr>
          <a:xfrm flipH="1">
            <a:off x="8197850" y="2042210"/>
            <a:ext cx="457200" cy="279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FD8D79-083E-4BBB-9DC2-58336C10D6FC}"/>
              </a:ext>
            </a:extLst>
          </p:cNvPr>
          <p:cNvCxnSpPr>
            <a:cxnSpLocks/>
          </p:cNvCxnSpPr>
          <p:nvPr/>
        </p:nvCxnSpPr>
        <p:spPr>
          <a:xfrm flipH="1">
            <a:off x="4291169" y="2136775"/>
            <a:ext cx="4211481" cy="2063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647236-2269-49C8-B7A6-6FAE1E9E66D7}"/>
              </a:ext>
            </a:extLst>
          </p:cNvPr>
          <p:cNvCxnSpPr>
            <a:cxnSpLocks/>
          </p:cNvCxnSpPr>
          <p:nvPr/>
        </p:nvCxnSpPr>
        <p:spPr>
          <a:xfrm flipH="1">
            <a:off x="4464051" y="2100045"/>
            <a:ext cx="4038599" cy="2740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32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71098-1958-D1EF-59C1-E77B18C1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00D938AB-F709-3FA1-6227-6BBC2BDAD57C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원스톱지원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BEEC22B1-F327-2632-8790-FC455FD50852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63E9C50B-7EE9-0A03-CF4E-5481F344BC83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C9F57228-0C7E-3E45-0232-F3E095FF3084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746B7FAA-045E-5EC4-E984-065853A4BD2D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80BB603D-085E-9C0C-F70C-CB98CFD860FE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1:!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 문의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E3B9CF-855F-2B3F-7416-9F7F189C7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936B1433-95E3-71DC-792A-6524194B4701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1F4797-C2FD-A4DB-5F27-DA557B5F81F3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226107-44FC-A752-5A53-1A606EF4A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50" y="3632604"/>
            <a:ext cx="6977063" cy="3541060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E701775A-E213-7A56-3C46-FF75697F39D6}"/>
              </a:ext>
            </a:extLst>
          </p:cNvPr>
          <p:cNvSpPr txBox="1"/>
          <p:nvPr/>
        </p:nvSpPr>
        <p:spPr>
          <a:xfrm>
            <a:off x="516165" y="2510518"/>
            <a:ext cx="1792464" cy="35185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자주 묻는 질문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824B9-BF41-45C5-9D15-7EF316F96379}"/>
              </a:ext>
            </a:extLst>
          </p:cNvPr>
          <p:cNvSpPr txBox="1"/>
          <p:nvPr/>
        </p:nvSpPr>
        <p:spPr>
          <a:xfrm>
            <a:off x="577850" y="4417644"/>
            <a:ext cx="1864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관리자 입력하고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기업은 조회만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A5F52A-A9E3-4239-85A1-6BEABC0EA948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5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30282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A028-99A3-AE70-CAEA-BB16E130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">
            <a:extLst>
              <a:ext uri="{FF2B5EF4-FFF2-40B4-BE49-F238E27FC236}">
                <a16:creationId xmlns:a16="http://schemas.microsoft.com/office/drawing/2014/main" id="{002030AA-FCD5-9BDA-4DAB-CA2FE0B28632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854339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기업 성과 관리 시스템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원스톱지원 </a:t>
            </a:r>
            <a:r>
              <a:rPr lang="en-CA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1:1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문의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35467D5B-DB6D-E370-BBD7-DE620C923C12}"/>
              </a:ext>
            </a:extLst>
          </p:cNvPr>
          <p:cNvSpPr txBox="1"/>
          <p:nvPr/>
        </p:nvSpPr>
        <p:spPr>
          <a:xfrm>
            <a:off x="2711450" y="1354706"/>
            <a:ext cx="1792464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시스템 소개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03897E2C-0CF4-0D10-B9E1-B9B476F43363}"/>
              </a:ext>
            </a:extLst>
          </p:cNvPr>
          <p:cNvSpPr txBox="1"/>
          <p:nvPr/>
        </p:nvSpPr>
        <p:spPr>
          <a:xfrm>
            <a:off x="8438497" y="1340723"/>
            <a:ext cx="1792464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원스톱 지원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4C733DB3-F0C2-938E-F8AE-F809DA14DAAE}"/>
              </a:ext>
            </a:extLst>
          </p:cNvPr>
          <p:cNvSpPr txBox="1"/>
          <p:nvPr/>
        </p:nvSpPr>
        <p:spPr>
          <a:xfrm>
            <a:off x="6569182" y="1354706"/>
            <a:ext cx="1796107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BD60ED0C-78A8-D230-23AD-573509A2B42A}"/>
              </a:ext>
            </a:extLst>
          </p:cNvPr>
          <p:cNvSpPr txBox="1"/>
          <p:nvPr/>
        </p:nvSpPr>
        <p:spPr>
          <a:xfrm>
            <a:off x="4636820" y="1362646"/>
            <a:ext cx="1796107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EA2A3C31-B85F-F6C3-50E7-03ECD3869834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1:1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 문의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F492934-1AEF-F586-6BF4-1F6A88432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3" y="1800853"/>
            <a:ext cx="7533278" cy="1644020"/>
          </a:xfrm>
          <a:prstGeom prst="rect">
            <a:avLst/>
          </a:prstGeom>
        </p:spPr>
      </p:pic>
      <p:sp>
        <p:nvSpPr>
          <p:cNvPr id="20" name="object 7">
            <a:extLst>
              <a:ext uri="{FF2B5EF4-FFF2-40B4-BE49-F238E27FC236}">
                <a16:creationId xmlns:a16="http://schemas.microsoft.com/office/drawing/2014/main" id="{7E04F79C-8042-3713-D4C2-E3CBF94636D1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84D8DB-C21C-A4B3-3F75-8429AE64C5C0}"/>
              </a:ext>
            </a:extLst>
          </p:cNvPr>
          <p:cNvSpPr txBox="1"/>
          <p:nvPr/>
        </p:nvSpPr>
        <p:spPr>
          <a:xfrm>
            <a:off x="7475117" y="25177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배너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E3577D1E-EEB9-61F0-85AB-D4D905B9131F}"/>
              </a:ext>
            </a:extLst>
          </p:cNvPr>
          <p:cNvSpPr txBox="1"/>
          <p:nvPr/>
        </p:nvSpPr>
        <p:spPr>
          <a:xfrm>
            <a:off x="516165" y="2510518"/>
            <a:ext cx="1792464" cy="351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자주 묻는 질문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F84FE-2EE3-6058-F257-E26EC24CB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67" y="4066649"/>
            <a:ext cx="4925031" cy="23494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DF21FB-3AAF-CEA5-3D36-9F33094D8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391" y="4161795"/>
            <a:ext cx="5550553" cy="248727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8890F6-3D2F-43E4-91C6-EEC4794D4652}"/>
              </a:ext>
            </a:extLst>
          </p:cNvPr>
          <p:cNvSpPr txBox="1"/>
          <p:nvPr/>
        </p:nvSpPr>
        <p:spPr>
          <a:xfrm>
            <a:off x="7510143" y="250600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배너 이미지</a:t>
            </a:r>
            <a:r>
              <a:rPr lang="en-CA" altLang="ko-KR" dirty="0">
                <a:highlight>
                  <a:srgbClr val="FFFF00"/>
                </a:highlight>
              </a:rPr>
              <a:t>5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1A9BA-09BB-49F1-BA78-61E5A3B80744}"/>
              </a:ext>
            </a:extLst>
          </p:cNvPr>
          <p:cNvSpPr txBox="1"/>
          <p:nvPr/>
        </p:nvSpPr>
        <p:spPr>
          <a:xfrm>
            <a:off x="4646185" y="6918464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highlight>
                  <a:srgbClr val="FFFF00"/>
                </a:highlight>
              </a:rPr>
              <a:t>eMail</a:t>
            </a:r>
            <a:r>
              <a:rPr lang="ko-KR" altLang="en-US" dirty="0">
                <a:highlight>
                  <a:srgbClr val="FFFF00"/>
                </a:highlight>
              </a:rPr>
              <a:t>로 발송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60295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B885-8D91-687B-3C8C-D3C0878B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DF448A-8209-A1B4-C626-581A473C31CE}"/>
              </a:ext>
            </a:extLst>
          </p:cNvPr>
          <p:cNvSpPr/>
          <p:nvPr/>
        </p:nvSpPr>
        <p:spPr>
          <a:xfrm>
            <a:off x="1949450" y="2822575"/>
            <a:ext cx="7010400" cy="2743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200" dirty="0"/>
              <a:t>관리자</a:t>
            </a:r>
            <a:endParaRPr lang="en-CA" altLang="ko-KR" sz="7200" dirty="0"/>
          </a:p>
          <a:p>
            <a:pPr algn="ctr"/>
            <a:r>
              <a:rPr lang="en-CA" altLang="ko-KR" sz="7200"/>
              <a:t>Admin page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0405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F3FD-8C97-AC14-3AE7-D48E7AAA9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34825B4A-3877-5607-77B7-10EFB0CED05E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5B3C6B12-1C09-0A73-07FE-8B15C67C8FB6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FA34185-DB45-86A8-9E8C-ABCBEB878292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기업검색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20B13B7-0AC3-9DED-F14F-082718746D89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799B29AD-5159-C318-763D-8952694F93D7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126AAE5-4D89-0A1B-0A80-9BA07939F782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25AA09B3-948E-32EE-BB3E-821B888BBB7E}"/>
              </a:ext>
            </a:extLst>
          </p:cNvPr>
          <p:cNvSpPr txBox="1"/>
          <p:nvPr/>
        </p:nvSpPr>
        <p:spPr>
          <a:xfrm>
            <a:off x="527514" y="2475028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보도자료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2A04C31D-33B2-9EC2-3479-31CE339338CD}"/>
              </a:ext>
            </a:extLst>
          </p:cNvPr>
          <p:cNvSpPr txBox="1"/>
          <p:nvPr/>
        </p:nvSpPr>
        <p:spPr>
          <a:xfrm>
            <a:off x="533090" y="2925522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팝업관리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F8F57CD6-4E4D-637A-C28B-6CC36DBF9E74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0798AA3E-92CB-779F-F9B4-8E461F0C068F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36B09E5-C386-A474-EA2F-E456D83E7542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B11E73-ADE3-B014-E0F0-40FFED099C64}"/>
              </a:ext>
            </a:extLst>
          </p:cNvPr>
          <p:cNvSpPr/>
          <p:nvPr/>
        </p:nvSpPr>
        <p:spPr>
          <a:xfrm>
            <a:off x="3255521" y="6481443"/>
            <a:ext cx="1520763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기업회원수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B88E26-F203-686D-46D2-29F0B0DF9C1D}"/>
              </a:ext>
            </a:extLst>
          </p:cNvPr>
          <p:cNvSpPr/>
          <p:nvPr/>
        </p:nvSpPr>
        <p:spPr>
          <a:xfrm>
            <a:off x="4969386" y="6481443"/>
            <a:ext cx="1520763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매출 합계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07BFA1-D297-817B-45B8-3EDD04239051}"/>
              </a:ext>
            </a:extLst>
          </p:cNvPr>
          <p:cNvSpPr/>
          <p:nvPr/>
        </p:nvSpPr>
        <p:spPr>
          <a:xfrm>
            <a:off x="6683251" y="6481443"/>
            <a:ext cx="1819399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고용 합계</a:t>
            </a:r>
            <a:r>
              <a:rPr lang="en-CA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신규고용기준</a:t>
            </a:r>
            <a:r>
              <a:rPr lang="en-CA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AE5FD0-2460-5DE1-3E05-EFC3CFF2FAAC}"/>
              </a:ext>
            </a:extLst>
          </p:cNvPr>
          <p:cNvSpPr/>
          <p:nvPr/>
        </p:nvSpPr>
        <p:spPr>
          <a:xfrm>
            <a:off x="8651975" y="6472891"/>
            <a:ext cx="1520763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지식재산 합계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3161F6-753A-B52F-7715-31F92F92CE6A}"/>
              </a:ext>
            </a:extLst>
          </p:cNvPr>
          <p:cNvSpPr/>
          <p:nvPr/>
        </p:nvSpPr>
        <p:spPr>
          <a:xfrm>
            <a:off x="2780215" y="2094028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년도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5FB4B3-639D-2A4A-5F28-6F399CDF38F0}"/>
              </a:ext>
            </a:extLst>
          </p:cNvPr>
          <p:cNvSpPr/>
          <p:nvPr/>
        </p:nvSpPr>
        <p:spPr>
          <a:xfrm>
            <a:off x="4776284" y="2094028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24F7C4-6F74-57CD-3F04-6E6110DB92CD}"/>
              </a:ext>
            </a:extLst>
          </p:cNvPr>
          <p:cNvSpPr txBox="1"/>
          <p:nvPr/>
        </p:nvSpPr>
        <p:spPr>
          <a:xfrm>
            <a:off x="3420189" y="6855420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atin typeface="+mn-ea"/>
                <a:ea typeface="+mn-ea"/>
              </a:rPr>
              <a:t>45</a:t>
            </a:r>
            <a:endParaRPr lang="ko-KR" altLang="en-US" sz="5400" b="1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E17AF0-928A-66F4-03F7-E4FC7312DFE7}"/>
              </a:ext>
            </a:extLst>
          </p:cNvPr>
          <p:cNvSpPr txBox="1"/>
          <p:nvPr/>
        </p:nvSpPr>
        <p:spPr>
          <a:xfrm>
            <a:off x="5126325" y="6833117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atin typeface="+mn-ea"/>
                <a:ea typeface="+mn-ea"/>
              </a:rPr>
              <a:t>45</a:t>
            </a:r>
            <a:endParaRPr lang="ko-KR" altLang="en-US" sz="5400" b="1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4A79A4-4BEF-FB45-458D-C3735C14B043}"/>
              </a:ext>
            </a:extLst>
          </p:cNvPr>
          <p:cNvSpPr txBox="1"/>
          <p:nvPr/>
        </p:nvSpPr>
        <p:spPr>
          <a:xfrm>
            <a:off x="6921672" y="6833118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atin typeface="+mn-ea"/>
                <a:ea typeface="+mn-ea"/>
              </a:rPr>
              <a:t>45</a:t>
            </a:r>
            <a:endParaRPr lang="ko-KR" altLang="en-US" sz="5400" b="1" dirty="0"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395F8D-B78D-B2B1-F2CC-23359A5B3631}"/>
              </a:ext>
            </a:extLst>
          </p:cNvPr>
          <p:cNvSpPr txBox="1"/>
          <p:nvPr/>
        </p:nvSpPr>
        <p:spPr>
          <a:xfrm>
            <a:off x="8627808" y="6810815"/>
            <a:ext cx="986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atin typeface="+mn-ea"/>
                <a:ea typeface="+mn-ea"/>
              </a:rPr>
              <a:t>45</a:t>
            </a:r>
            <a:endParaRPr lang="ko-KR" altLang="en-US" sz="5400" b="1" dirty="0">
              <a:latin typeface="+mn-ea"/>
              <a:ea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38DA9E-875B-16B5-A326-A4C36A5FE839}"/>
              </a:ext>
            </a:extLst>
          </p:cNvPr>
          <p:cNvSpPr/>
          <p:nvPr/>
        </p:nvSpPr>
        <p:spPr>
          <a:xfrm>
            <a:off x="6917318" y="2071726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54DC83-548A-BE1F-93D6-C599E4E9830E}"/>
              </a:ext>
            </a:extLst>
          </p:cNvPr>
          <p:cNvSpPr/>
          <p:nvPr/>
        </p:nvSpPr>
        <p:spPr>
          <a:xfrm>
            <a:off x="2780215" y="2843408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2025.05.03 </a:t>
            </a:r>
            <a:r>
              <a:rPr lang="ko-KR" altLang="en-US" dirty="0"/>
              <a:t>기준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D7BDD0-64A2-4B36-B267-52E0E8442017}"/>
              </a:ext>
            </a:extLst>
          </p:cNvPr>
          <p:cNvSpPr txBox="1"/>
          <p:nvPr/>
        </p:nvSpPr>
        <p:spPr>
          <a:xfrm>
            <a:off x="114102" y="6650405"/>
            <a:ext cx="3377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승인 된 것만 집계</a:t>
            </a:r>
            <a:r>
              <a:rPr lang="en-CA" altLang="ko-KR" dirty="0">
                <a:highlight>
                  <a:srgbClr val="FFFF00"/>
                </a:highlight>
              </a:rPr>
              <a:t>!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각 상세내용은 엑셀로 다운로드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C61CF7-E462-4786-86DE-FCFD5ACA7FDF}"/>
              </a:ext>
            </a:extLst>
          </p:cNvPr>
          <p:cNvSpPr txBox="1"/>
          <p:nvPr/>
        </p:nvSpPr>
        <p:spPr>
          <a:xfrm>
            <a:off x="5001274" y="4037624"/>
            <a:ext cx="4826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그래프로 아래 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 err="1">
                <a:highlight>
                  <a:srgbClr val="FFFF00"/>
                </a:highlight>
              </a:rPr>
              <a:t>기업회원수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매출합계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고용합계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지식재산 합계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표현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C4ADDD-6A63-464C-B962-B07A8156C718}"/>
              </a:ext>
            </a:extLst>
          </p:cNvPr>
          <p:cNvSpPr/>
          <p:nvPr/>
        </p:nvSpPr>
        <p:spPr>
          <a:xfrm>
            <a:off x="4776284" y="3051803"/>
            <a:ext cx="5207572" cy="28949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799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424C-2BA7-C34F-8F9F-B240FBB8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209C9EB1-B290-3044-70E2-53E082D537A6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C0BE6AB9-1A54-B76C-5FE8-5AC329F73C78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8896ED1-4515-BC9F-84E0-7734516A8C4F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 err="1">
                <a:solidFill>
                  <a:schemeClr val="tx1"/>
                </a:solidFill>
                <a:latin typeface="+mn-ea"/>
                <a:ea typeface="+mn-ea"/>
              </a:rPr>
              <a:t>나이스디앤비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4F9EBE5-53EC-DC8D-CA27-2D1A93345E3A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969DDA6E-3054-85CC-B2C1-7803F96A33FA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C582C6D3-6E7A-2B4B-7849-190A84613A65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EF93251-D8F3-804A-8F06-1A5F4535D97F}"/>
              </a:ext>
            </a:extLst>
          </p:cNvPr>
          <p:cNvSpPr/>
          <p:nvPr/>
        </p:nvSpPr>
        <p:spPr>
          <a:xfrm>
            <a:off x="2697684" y="2060575"/>
            <a:ext cx="2974416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사업자등록번호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D10AEEDF-087F-B002-83E0-E45978BB46BA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E57FE9-1042-C672-0DDE-97A998EF072F}"/>
              </a:ext>
            </a:extLst>
          </p:cNvPr>
          <p:cNvSpPr/>
          <p:nvPr/>
        </p:nvSpPr>
        <p:spPr>
          <a:xfrm>
            <a:off x="2708835" y="2495472"/>
            <a:ext cx="2974416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대표자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62A7D6-FF52-096F-600D-42C732A1684C}"/>
              </a:ext>
            </a:extLst>
          </p:cNvPr>
          <p:cNvSpPr/>
          <p:nvPr/>
        </p:nvSpPr>
        <p:spPr>
          <a:xfrm>
            <a:off x="2686533" y="2919219"/>
            <a:ext cx="2974416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A971FE-5299-A034-6BE4-CFAC4326F96E}"/>
              </a:ext>
            </a:extLst>
          </p:cNvPr>
          <p:cNvSpPr/>
          <p:nvPr/>
        </p:nvSpPr>
        <p:spPr>
          <a:xfrm>
            <a:off x="5835650" y="2060575"/>
            <a:ext cx="1524000" cy="1196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조회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1EA33A50-BA26-9A7B-7226-CE357131C03C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1A5532F-C2D8-AF4F-CDE0-03C4CF27DC9F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C4598E-B091-F1C6-2750-AD001C483D68}"/>
              </a:ext>
            </a:extLst>
          </p:cNvPr>
          <p:cNvGrpSpPr/>
          <p:nvPr/>
        </p:nvGrpSpPr>
        <p:grpSpPr>
          <a:xfrm>
            <a:off x="2686532" y="3496979"/>
            <a:ext cx="4673117" cy="4094611"/>
            <a:chOff x="5610612" y="3051174"/>
            <a:chExt cx="4423320" cy="406336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39DA05F-C268-1929-AFFF-9FC98C1C6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0612" y="3051174"/>
              <a:ext cx="4111238" cy="250387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4A72333-7103-C767-4EE5-AC93E592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2807" y="5555051"/>
              <a:ext cx="4371125" cy="155949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B82B6EE-8D4B-F269-BAD6-EDA0BE1D01E5}"/>
              </a:ext>
            </a:extLst>
          </p:cNvPr>
          <p:cNvSpPr txBox="1"/>
          <p:nvPr/>
        </p:nvSpPr>
        <p:spPr>
          <a:xfrm>
            <a:off x="527514" y="4422775"/>
            <a:ext cx="185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highlight>
                  <a:srgbClr val="00FF00"/>
                </a:highlight>
              </a:rPr>
              <a:t>나이스디앤비</a:t>
            </a:r>
            <a:endParaRPr lang="en-US" altLang="ko-KR" dirty="0">
              <a:highlight>
                <a:srgbClr val="00FF00"/>
              </a:highlight>
            </a:endParaRPr>
          </a:p>
          <a:p>
            <a:r>
              <a:rPr lang="en-US" altLang="ko-KR" dirty="0">
                <a:highlight>
                  <a:srgbClr val="00FF00"/>
                </a:highlight>
              </a:rPr>
              <a:t>Api </a:t>
            </a:r>
            <a:r>
              <a:rPr lang="ko-KR" altLang="en-US" dirty="0">
                <a:highlight>
                  <a:srgbClr val="00FF00"/>
                </a:highlight>
              </a:rPr>
              <a:t>연동</a:t>
            </a:r>
          </a:p>
        </p:txBody>
      </p:sp>
    </p:spTree>
    <p:extLst>
      <p:ext uri="{BB962C8B-B14F-4D97-AF65-F5344CB8AC3E}">
        <p14:creationId xmlns:p14="http://schemas.microsoft.com/office/powerpoint/2010/main" val="3717116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10C81-AD13-FEBA-842A-CFE0E8B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CB1B2FEC-76C8-F3A2-0EE8-58C59568643C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B43F3294-18BF-1EB7-1039-AB6698E7AE4E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EB99C9D-D09A-6E6F-74F8-4C8115C7CF6D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B8EDE55-B722-16F4-EB4E-02CFAC254E52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097473EF-A066-4B9E-54B9-A80BC29BC299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C004637-32B4-4E52-8459-F1A6F4C2D623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C84EBC-A7EE-E76C-342D-4950F1793A33}"/>
              </a:ext>
            </a:extLst>
          </p:cNvPr>
          <p:cNvSpPr/>
          <p:nvPr/>
        </p:nvSpPr>
        <p:spPr>
          <a:xfrm>
            <a:off x="2697684" y="2060575"/>
            <a:ext cx="2974416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사업자등록번호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ECB91A48-A128-A6DA-5A1D-CDCDDC7FCB9A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B8F8B1-AD4E-DCAA-D8DB-DE20AB96C836}"/>
              </a:ext>
            </a:extLst>
          </p:cNvPr>
          <p:cNvSpPr/>
          <p:nvPr/>
        </p:nvSpPr>
        <p:spPr>
          <a:xfrm>
            <a:off x="8013524" y="2043306"/>
            <a:ext cx="1524000" cy="1196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조회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DDE7D7E1-A3BC-67A3-351A-74CFA53D1B27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A1D7DD96-C294-88A4-B37F-3AF06D5C0099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EF5F9-A2C3-18E1-A4F8-039697F0DD98}"/>
              </a:ext>
            </a:extLst>
          </p:cNvPr>
          <p:cNvSpPr txBox="1"/>
          <p:nvPr/>
        </p:nvSpPr>
        <p:spPr>
          <a:xfrm>
            <a:off x="466183" y="3704709"/>
            <a:ext cx="185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기업현황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D0F8F0-8BE7-F9FC-3909-1F0EA1860722}"/>
              </a:ext>
            </a:extLst>
          </p:cNvPr>
          <p:cNvSpPr/>
          <p:nvPr/>
        </p:nvSpPr>
        <p:spPr>
          <a:xfrm>
            <a:off x="2697684" y="2696139"/>
            <a:ext cx="928166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년도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CCFCCE-303B-517E-0AFF-217A9FF28E27}"/>
              </a:ext>
            </a:extLst>
          </p:cNvPr>
          <p:cNvSpPr/>
          <p:nvPr/>
        </p:nvSpPr>
        <p:spPr>
          <a:xfrm>
            <a:off x="3764387" y="2676959"/>
            <a:ext cx="808992" cy="400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A57D0E-1AC3-57BA-870E-93EC4CE2CBAD}"/>
              </a:ext>
            </a:extLst>
          </p:cNvPr>
          <p:cNvSpPr/>
          <p:nvPr/>
        </p:nvSpPr>
        <p:spPr>
          <a:xfrm>
            <a:off x="1479243" y="5145840"/>
            <a:ext cx="1015517" cy="479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E1510E4-A472-D876-C1AB-9E25B176EF66}"/>
              </a:ext>
            </a:extLst>
          </p:cNvPr>
          <p:cNvSpPr/>
          <p:nvPr/>
        </p:nvSpPr>
        <p:spPr>
          <a:xfrm>
            <a:off x="1483752" y="5799009"/>
            <a:ext cx="1015517" cy="479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957ABF-D0F1-0E23-59CC-2282856D3643}"/>
              </a:ext>
            </a:extLst>
          </p:cNvPr>
          <p:cNvCxnSpPr/>
          <p:nvPr/>
        </p:nvCxnSpPr>
        <p:spPr>
          <a:xfrm>
            <a:off x="2646402" y="3877941"/>
            <a:ext cx="0" cy="3276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9ECF7EF-B848-43A5-33D5-2134D3780E12}"/>
              </a:ext>
            </a:extLst>
          </p:cNvPr>
          <p:cNvCxnSpPr/>
          <p:nvPr/>
        </p:nvCxnSpPr>
        <p:spPr>
          <a:xfrm>
            <a:off x="2294114" y="6632575"/>
            <a:ext cx="8342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EB2A4FE-FC02-EA9E-0FFF-1F393E6C01C8}"/>
              </a:ext>
            </a:extLst>
          </p:cNvPr>
          <p:cNvSpPr/>
          <p:nvPr/>
        </p:nvSpPr>
        <p:spPr>
          <a:xfrm>
            <a:off x="2798045" y="6844448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25BA235-FE73-7A97-78F1-D05B96CAAC55}"/>
              </a:ext>
            </a:extLst>
          </p:cNvPr>
          <p:cNvSpPr/>
          <p:nvPr/>
        </p:nvSpPr>
        <p:spPr>
          <a:xfrm>
            <a:off x="3790504" y="6844448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C7A257-F301-F718-9870-EBFFEDCDBE25}"/>
              </a:ext>
            </a:extLst>
          </p:cNvPr>
          <p:cNvSpPr/>
          <p:nvPr/>
        </p:nvSpPr>
        <p:spPr>
          <a:xfrm>
            <a:off x="4805265" y="6844448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1EC817E-653D-2C7C-B18B-1A4901373C56}"/>
              </a:ext>
            </a:extLst>
          </p:cNvPr>
          <p:cNvSpPr/>
          <p:nvPr/>
        </p:nvSpPr>
        <p:spPr>
          <a:xfrm>
            <a:off x="5808874" y="6855599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4C2FA7-C2C7-EF08-273C-CEF6D4DD39EE}"/>
              </a:ext>
            </a:extLst>
          </p:cNvPr>
          <p:cNvSpPr/>
          <p:nvPr/>
        </p:nvSpPr>
        <p:spPr>
          <a:xfrm>
            <a:off x="6823635" y="6844448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739F986-3FDB-4E30-9C87-7A8177387672}"/>
              </a:ext>
            </a:extLst>
          </p:cNvPr>
          <p:cNvSpPr/>
          <p:nvPr/>
        </p:nvSpPr>
        <p:spPr>
          <a:xfrm>
            <a:off x="7827245" y="6844448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D3771C2-31D0-C102-F4C7-38F9756EF225}"/>
              </a:ext>
            </a:extLst>
          </p:cNvPr>
          <p:cNvSpPr/>
          <p:nvPr/>
        </p:nvSpPr>
        <p:spPr>
          <a:xfrm>
            <a:off x="8897762" y="6855600"/>
            <a:ext cx="863874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2024.1Q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46781FCD-1BB0-5A1C-6DFC-6341187D8B55}"/>
              </a:ext>
            </a:extLst>
          </p:cNvPr>
          <p:cNvSpPr/>
          <p:nvPr/>
        </p:nvSpPr>
        <p:spPr>
          <a:xfrm>
            <a:off x="2787805" y="4549698"/>
            <a:ext cx="7627434" cy="791736"/>
          </a:xfrm>
          <a:custGeom>
            <a:avLst/>
            <a:gdLst>
              <a:gd name="connsiteX0" fmla="*/ 0 w 7627434"/>
              <a:gd name="connsiteY0" fmla="*/ 791736 h 791736"/>
              <a:gd name="connsiteX1" fmla="*/ 2107580 w 7627434"/>
              <a:gd name="connsiteY1" fmla="*/ 0 h 791736"/>
              <a:gd name="connsiteX2" fmla="*/ 4438185 w 7627434"/>
              <a:gd name="connsiteY2" fmla="*/ 613317 h 791736"/>
              <a:gd name="connsiteX3" fmla="*/ 5977054 w 7627434"/>
              <a:gd name="connsiteY3" fmla="*/ 78058 h 791736"/>
              <a:gd name="connsiteX4" fmla="*/ 7627434 w 7627434"/>
              <a:gd name="connsiteY4" fmla="*/ 390292 h 79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7434" h="791736">
                <a:moveTo>
                  <a:pt x="0" y="791736"/>
                </a:moveTo>
                <a:lnTo>
                  <a:pt x="2107580" y="0"/>
                </a:lnTo>
                <a:lnTo>
                  <a:pt x="4438185" y="613317"/>
                </a:lnTo>
                <a:lnTo>
                  <a:pt x="5977054" y="78058"/>
                </a:lnTo>
                <a:lnTo>
                  <a:pt x="7627434" y="39029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2186F49E-66AD-025A-D9B7-94E07DCE195D}"/>
              </a:ext>
            </a:extLst>
          </p:cNvPr>
          <p:cNvSpPr/>
          <p:nvPr/>
        </p:nvSpPr>
        <p:spPr>
          <a:xfrm>
            <a:off x="2776654" y="5196469"/>
            <a:ext cx="7627434" cy="791736"/>
          </a:xfrm>
          <a:custGeom>
            <a:avLst/>
            <a:gdLst>
              <a:gd name="connsiteX0" fmla="*/ 0 w 7627434"/>
              <a:gd name="connsiteY0" fmla="*/ 791736 h 791736"/>
              <a:gd name="connsiteX1" fmla="*/ 2107580 w 7627434"/>
              <a:gd name="connsiteY1" fmla="*/ 0 h 791736"/>
              <a:gd name="connsiteX2" fmla="*/ 4438185 w 7627434"/>
              <a:gd name="connsiteY2" fmla="*/ 613317 h 791736"/>
              <a:gd name="connsiteX3" fmla="*/ 5977054 w 7627434"/>
              <a:gd name="connsiteY3" fmla="*/ 78058 h 791736"/>
              <a:gd name="connsiteX4" fmla="*/ 7627434 w 7627434"/>
              <a:gd name="connsiteY4" fmla="*/ 390292 h 79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7434" h="791736">
                <a:moveTo>
                  <a:pt x="0" y="791736"/>
                </a:moveTo>
                <a:lnTo>
                  <a:pt x="2107580" y="0"/>
                </a:lnTo>
                <a:lnTo>
                  <a:pt x="4438185" y="613317"/>
                </a:lnTo>
                <a:lnTo>
                  <a:pt x="5977054" y="78058"/>
                </a:lnTo>
                <a:lnTo>
                  <a:pt x="7627434" y="39029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57D21-08DF-427B-BB1C-A87A23095BEF}"/>
              </a:ext>
            </a:extLst>
          </p:cNvPr>
          <p:cNvSpPr txBox="1"/>
          <p:nvPr/>
        </p:nvSpPr>
        <p:spPr>
          <a:xfrm>
            <a:off x="4845624" y="269238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~</a:t>
            </a:r>
          </a:p>
        </p:txBody>
      </p:sp>
      <p:sp>
        <p:nvSpPr>
          <p:cNvPr id="32" name="직사각형 15">
            <a:extLst>
              <a:ext uri="{FF2B5EF4-FFF2-40B4-BE49-F238E27FC236}">
                <a16:creationId xmlns:a16="http://schemas.microsoft.com/office/drawing/2014/main" id="{6E66BDBD-0580-46A0-B597-567894B83324}"/>
              </a:ext>
            </a:extLst>
          </p:cNvPr>
          <p:cNvSpPr/>
          <p:nvPr/>
        </p:nvSpPr>
        <p:spPr>
          <a:xfrm>
            <a:off x="5370736" y="2697941"/>
            <a:ext cx="864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년도</a:t>
            </a:r>
          </a:p>
        </p:txBody>
      </p:sp>
      <p:sp>
        <p:nvSpPr>
          <p:cNvPr id="43" name="직사각형 17">
            <a:extLst>
              <a:ext uri="{FF2B5EF4-FFF2-40B4-BE49-F238E27FC236}">
                <a16:creationId xmlns:a16="http://schemas.microsoft.com/office/drawing/2014/main" id="{26002176-A33C-4028-B07B-0B6666ED2AF8}"/>
              </a:ext>
            </a:extLst>
          </p:cNvPr>
          <p:cNvSpPr/>
          <p:nvPr/>
        </p:nvSpPr>
        <p:spPr>
          <a:xfrm>
            <a:off x="6351997" y="2688871"/>
            <a:ext cx="708653" cy="400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</a:t>
            </a:r>
          </a:p>
        </p:txBody>
      </p:sp>
    </p:spTree>
    <p:extLst>
      <p:ext uri="{BB962C8B-B14F-4D97-AF65-F5344CB8AC3E}">
        <p14:creationId xmlns:p14="http://schemas.microsoft.com/office/powerpoint/2010/main" val="1835975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6048-6E8C-8F5D-B85D-862AD3EA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BA9C833E-B69D-2665-0EAD-4A865C8F21E0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9C442C7F-AC01-3731-6AAF-6D67D0CD4DAA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9CDE8D8-7E09-EAAF-7C76-EEE4779A99F8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EF549F45-E83C-DC60-8211-0181FDF0301E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AAA33BF9-F205-95D7-B3FC-3D5D322A245E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8B9C4B81-2CB1-5D95-850C-B5EEC5D15ED1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7B5055-F900-F122-A87C-C24171ABC135}"/>
              </a:ext>
            </a:extLst>
          </p:cNvPr>
          <p:cNvSpPr/>
          <p:nvPr/>
        </p:nvSpPr>
        <p:spPr>
          <a:xfrm>
            <a:off x="2697684" y="2060575"/>
            <a:ext cx="2974416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사업자등록번호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25BC3D13-3428-65D8-8DE7-49525A880E90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6A057A-7E18-FA55-5160-5A403FBF68E3}"/>
              </a:ext>
            </a:extLst>
          </p:cNvPr>
          <p:cNvSpPr/>
          <p:nvPr/>
        </p:nvSpPr>
        <p:spPr>
          <a:xfrm>
            <a:off x="2708835" y="2495472"/>
            <a:ext cx="2974416" cy="3379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대표자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8CBCA5-FBFD-AC91-5051-1E772BCF352A}"/>
              </a:ext>
            </a:extLst>
          </p:cNvPr>
          <p:cNvSpPr/>
          <p:nvPr/>
        </p:nvSpPr>
        <p:spPr>
          <a:xfrm>
            <a:off x="8013524" y="2043306"/>
            <a:ext cx="1524000" cy="1196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조회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C6BFDC00-F2D4-C89F-8AC6-69FA4978BAB9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A4D74FF8-02B4-24C6-3CD8-FA50D572CA42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AC65C0-B57F-718B-1463-46E5D35C6B3E}"/>
              </a:ext>
            </a:extLst>
          </p:cNvPr>
          <p:cNvSpPr txBox="1"/>
          <p:nvPr/>
        </p:nvSpPr>
        <p:spPr>
          <a:xfrm>
            <a:off x="527514" y="4422775"/>
            <a:ext cx="185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기업현황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871DA5-10F2-00E8-5F36-C432B2642A63}"/>
              </a:ext>
            </a:extLst>
          </p:cNvPr>
          <p:cNvSpPr/>
          <p:nvPr/>
        </p:nvSpPr>
        <p:spPr>
          <a:xfrm>
            <a:off x="5918227" y="2159255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년도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8B9C67-1F4A-A55B-D283-63B021CFA078}"/>
              </a:ext>
            </a:extLst>
          </p:cNvPr>
          <p:cNvSpPr/>
          <p:nvPr/>
        </p:nvSpPr>
        <p:spPr>
          <a:xfrm>
            <a:off x="5901345" y="2642896"/>
            <a:ext cx="1849170" cy="38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443C4A4-6AE1-4D2C-1E99-2732CBEA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1" y="3751934"/>
            <a:ext cx="6172200" cy="364264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5FB7C34E-F228-4BC7-C13A-EC5D8BD1386B}"/>
              </a:ext>
            </a:extLst>
          </p:cNvPr>
          <p:cNvSpPr/>
          <p:nvPr/>
        </p:nvSpPr>
        <p:spPr>
          <a:xfrm>
            <a:off x="8743774" y="4194176"/>
            <a:ext cx="1905000" cy="297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승인</a:t>
            </a:r>
            <a:r>
              <a:rPr lang="en-US" altLang="ko-KR" sz="1200" dirty="0"/>
              <a:t>/</a:t>
            </a:r>
            <a:r>
              <a:rPr lang="ko-KR" altLang="en-US" sz="1200" dirty="0"/>
              <a:t>보완</a:t>
            </a:r>
            <a:r>
              <a:rPr lang="en-US" altLang="ko-KR" sz="1200" dirty="0"/>
              <a:t>/</a:t>
            </a:r>
            <a:r>
              <a:rPr lang="ko-KR" altLang="en-US" sz="1200" dirty="0"/>
              <a:t>수정</a:t>
            </a:r>
            <a:r>
              <a:rPr lang="en-US" altLang="ko-KR" sz="1200" dirty="0"/>
              <a:t>/</a:t>
            </a:r>
            <a:r>
              <a:rPr lang="ko-KR" altLang="en-US" sz="1200" dirty="0"/>
              <a:t>삭제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EAEEB-F2F8-4270-8EDF-3C6DFB047D3B}"/>
              </a:ext>
            </a:extLst>
          </p:cNvPr>
          <p:cNvSpPr txBox="1"/>
          <p:nvPr/>
        </p:nvSpPr>
        <p:spPr>
          <a:xfrm>
            <a:off x="4712844" y="559945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상세페이지 필요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D8492-864C-4CF9-8D30-67F80E8D8462}"/>
              </a:ext>
            </a:extLst>
          </p:cNvPr>
          <p:cNvSpPr txBox="1"/>
          <p:nvPr/>
        </p:nvSpPr>
        <p:spPr>
          <a:xfrm>
            <a:off x="6783326" y="4756746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제출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보완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승인</a:t>
            </a:r>
            <a:endParaRPr lang="en-CA" altLang="ko-K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99757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7D58-B296-CB5B-B047-9A92342F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4BDA81F8-FE58-F040-CDD7-3CA9E057BF2B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52D592EF-5823-3015-F5B1-98D8B01C6BDE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877B2E3-4580-DF2E-073D-5A6F9BB73752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24789661-2217-5ADE-40AB-DEF85149AA89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6614B753-567C-004A-85D7-ADD56D30E122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5604A75-9E8D-EDF3-9AE3-5DD7FA5AD3F1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AFD3CD43-EFB9-5CA7-A799-8B563242D041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F3306FE8-0D40-E822-D304-2F01395C23B4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3EB4337-34D0-FE77-368C-E7D1B8893FCF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30F6AF-2281-32C1-C690-8960C8ECAA40}"/>
              </a:ext>
            </a:extLst>
          </p:cNvPr>
          <p:cNvSpPr txBox="1"/>
          <p:nvPr/>
        </p:nvSpPr>
        <p:spPr>
          <a:xfrm>
            <a:off x="527514" y="4422775"/>
            <a:ext cx="18525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프로그램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입력형 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이미지 </a:t>
            </a:r>
            <a:r>
              <a:rPr lang="en-CA" altLang="ko-KR" dirty="0">
                <a:highlight>
                  <a:srgbClr val="FFFF00"/>
                </a:highlight>
              </a:rPr>
              <a:t>1</a:t>
            </a:r>
            <a:r>
              <a:rPr lang="ko-KR" altLang="en-US" dirty="0">
                <a:highlight>
                  <a:srgbClr val="FFFF00"/>
                </a:highlight>
              </a:rPr>
              <a:t>개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파일첨부 </a:t>
            </a:r>
            <a:r>
              <a:rPr lang="en-CA" altLang="ko-KR" dirty="0">
                <a:highlight>
                  <a:srgbClr val="FFFF00"/>
                </a:highlight>
              </a:rPr>
              <a:t>2</a:t>
            </a:r>
            <a:r>
              <a:rPr lang="ko-KR" altLang="en-US" dirty="0">
                <a:highlight>
                  <a:srgbClr val="FFFF00"/>
                </a:highlight>
              </a:rPr>
              <a:t>개 추가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수정 삭제 기능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EDD124B-723F-54AB-B1E7-D3C64AD9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215" y="1906248"/>
            <a:ext cx="7086599" cy="251652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0E09A3-323A-493A-954F-97114F16AF47}"/>
              </a:ext>
            </a:extLst>
          </p:cNvPr>
          <p:cNvSpPr/>
          <p:nvPr/>
        </p:nvSpPr>
        <p:spPr>
          <a:xfrm>
            <a:off x="8037812" y="1906248"/>
            <a:ext cx="2109513" cy="213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69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1D5D2-33F0-E38C-4B94-D2CAB3D8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7C3333C0-11CB-84B2-E532-E70E1F3CAF32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ADF9CB80-021F-968D-FF1C-6D73D7816E49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9450B18-E5A6-B296-5C56-F153550678B4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공지사항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FE3B031-B11A-B6F0-E6F9-3132ACA1C6B1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0F98AE59-F7B5-A94B-2F08-A29CFB369E0A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DB087B7-436B-AC6A-6BD0-433E736FA010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A6AB55DA-1C0E-CBD7-FC88-2478BAA45C49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C0A81A8B-2E1A-B2DA-9A7D-80E0FA4BCE60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767D369-331C-FAA6-6DB8-50B065EA9C15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E5E4D8-7743-FC20-D451-DC34F382562E}"/>
              </a:ext>
            </a:extLst>
          </p:cNvPr>
          <p:cNvSpPr/>
          <p:nvPr/>
        </p:nvSpPr>
        <p:spPr>
          <a:xfrm>
            <a:off x="8037812" y="1906248"/>
            <a:ext cx="2109513" cy="213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DC91E2A9-F2FC-5BFC-31DF-BFB77124D400}"/>
              </a:ext>
            </a:extLst>
          </p:cNvPr>
          <p:cNvSpPr txBox="1"/>
          <p:nvPr/>
        </p:nvSpPr>
        <p:spPr>
          <a:xfrm>
            <a:off x="516890" y="251015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보도자료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24D643A1-7F58-D1EC-8DCC-F7AE8BB25007}"/>
              </a:ext>
            </a:extLst>
          </p:cNvPr>
          <p:cNvSpPr txBox="1"/>
          <p:nvPr/>
        </p:nvSpPr>
        <p:spPr>
          <a:xfrm>
            <a:off x="509270" y="29749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팝업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F156D5C-3CA5-7B78-4ED8-8CBDCB20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642" y="2111397"/>
            <a:ext cx="2899473" cy="218435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8F46044-63C5-609F-2181-44961FF7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850" y="4956175"/>
            <a:ext cx="2302569" cy="215576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5833184-1525-8F21-3A12-90534EC14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958" y="5340729"/>
            <a:ext cx="2302569" cy="1771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F10693-75AA-45C0-A881-4BBBEB0108B7}"/>
              </a:ext>
            </a:extLst>
          </p:cNvPr>
          <p:cNvSpPr txBox="1"/>
          <p:nvPr/>
        </p:nvSpPr>
        <p:spPr>
          <a:xfrm>
            <a:off x="6140450" y="27463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게시판</a:t>
            </a:r>
            <a:endParaRPr lang="en-CA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138E0-5D51-4AA8-B4D5-A576D0F054C2}"/>
              </a:ext>
            </a:extLst>
          </p:cNvPr>
          <p:cNvSpPr txBox="1"/>
          <p:nvPr/>
        </p:nvSpPr>
        <p:spPr>
          <a:xfrm>
            <a:off x="5753192" y="4494510"/>
            <a:ext cx="3339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이미지 최근 </a:t>
            </a:r>
            <a:r>
              <a:rPr lang="en-CA" altLang="ko-KR" dirty="0">
                <a:highlight>
                  <a:srgbClr val="FFFF00"/>
                </a:highlight>
              </a:rPr>
              <a:t>1</a:t>
            </a:r>
            <a:r>
              <a:rPr lang="ko-KR" altLang="en-US" dirty="0">
                <a:highlight>
                  <a:srgbClr val="FFFF00"/>
                </a:highlight>
              </a:rPr>
              <a:t>개만 </a:t>
            </a:r>
            <a:r>
              <a:rPr lang="ko-KR" altLang="en-US" dirty="0" err="1">
                <a:highlight>
                  <a:srgbClr val="FFFF00"/>
                </a:highlight>
              </a:rPr>
              <a:t>메인에</a:t>
            </a:r>
            <a:r>
              <a:rPr lang="ko-KR" altLang="en-US" dirty="0">
                <a:highlight>
                  <a:srgbClr val="FFFF00"/>
                </a:highlight>
              </a:rPr>
              <a:t> 게시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게시판 형태로 입력</a:t>
            </a:r>
            <a:endParaRPr lang="en-CA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제목</a:t>
            </a:r>
            <a:r>
              <a:rPr lang="en-CA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이미지</a:t>
            </a:r>
            <a:endParaRPr lang="en-CA" dirty="0">
              <a:highlight>
                <a:srgbClr val="FFFF00"/>
              </a:highlight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60287F-EC1E-4FEC-A550-E165C54656AE}"/>
              </a:ext>
            </a:extLst>
          </p:cNvPr>
          <p:cNvCxnSpPr/>
          <p:nvPr/>
        </p:nvCxnSpPr>
        <p:spPr>
          <a:xfrm flipH="1">
            <a:off x="4573378" y="4803775"/>
            <a:ext cx="1109872" cy="262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C5685B-F9DE-475A-866D-0F8BB6F8BA3B}"/>
              </a:ext>
            </a:extLst>
          </p:cNvPr>
          <p:cNvCxnSpPr/>
          <p:nvPr/>
        </p:nvCxnSpPr>
        <p:spPr>
          <a:xfrm>
            <a:off x="8350250" y="4803775"/>
            <a:ext cx="639047" cy="614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64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5852-9D0D-507E-265F-5B05D18AD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2">
            <a:extLst>
              <a:ext uri="{FF2B5EF4-FFF2-40B4-BE49-F238E27FC236}">
                <a16:creationId xmlns:a16="http://schemas.microsoft.com/office/drawing/2014/main" id="{48ED83B9-AD63-13E6-A41B-6751852ADD51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14C47E92-C92C-EC18-036E-E1EFBF2ABF78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608EA1C-BEED-3F5F-5C53-6E5DA28CE707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기업회원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E0D23F6-F3B5-C2D8-34C3-9BA5DCEB1AD5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5869E04-EBF3-8418-63AC-D2C45144C105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90380E25-30B2-5DCD-DBF6-92524D10814B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0B880FA3-67EA-C269-272F-C12A6E5957E7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38A217B5-D7D6-8BC5-7785-D3C86C13B3BE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3686D7FE-4FBC-C2C5-DE7A-396E15BB0959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30D730-7DB4-130B-5220-3E39EEFE4011}"/>
              </a:ext>
            </a:extLst>
          </p:cNvPr>
          <p:cNvSpPr txBox="1"/>
          <p:nvPr/>
        </p:nvSpPr>
        <p:spPr>
          <a:xfrm>
            <a:off x="527514" y="4422775"/>
            <a:ext cx="185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엑셀출력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C272DCD-E300-BA80-AD87-35973D963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37" y="1989409"/>
            <a:ext cx="8038932" cy="349853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0D9C793-D41F-D0DA-A967-C5737F578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0" y="5870575"/>
            <a:ext cx="4543425" cy="77152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030FA8-1479-3072-0430-D9BD05A0686B}"/>
              </a:ext>
            </a:extLst>
          </p:cNvPr>
          <p:cNvSpPr/>
          <p:nvPr/>
        </p:nvSpPr>
        <p:spPr>
          <a:xfrm>
            <a:off x="9569450" y="3279775"/>
            <a:ext cx="994219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엑셀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9691FE-6E6D-60CB-9258-F2DCDB7C23C1}"/>
              </a:ext>
            </a:extLst>
          </p:cNvPr>
          <p:cNvSpPr txBox="1"/>
          <p:nvPr/>
        </p:nvSpPr>
        <p:spPr>
          <a:xfrm>
            <a:off x="556850" y="5685909"/>
            <a:ext cx="1852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클릭시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기업현황</a:t>
            </a:r>
            <a:endParaRPr lang="en-US" altLang="ko-KR" dirty="0"/>
          </a:p>
          <a:p>
            <a:r>
              <a:rPr lang="ko-KR" altLang="en-US" dirty="0"/>
              <a:t>기업검색</a:t>
            </a:r>
            <a:endParaRPr lang="en-US" altLang="ko-KR" dirty="0"/>
          </a:p>
          <a:p>
            <a:r>
              <a:rPr lang="ko-KR" altLang="en-US" dirty="0"/>
              <a:t>성과관리</a:t>
            </a:r>
            <a:endParaRPr lang="en-US" altLang="ko-KR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285C225-419C-EA49-51FF-74078FC1A0D5}"/>
              </a:ext>
            </a:extLst>
          </p:cNvPr>
          <p:cNvCxnSpPr>
            <a:endCxn id="33" idx="0"/>
          </p:cNvCxnSpPr>
          <p:nvPr/>
        </p:nvCxnSpPr>
        <p:spPr>
          <a:xfrm flipH="1">
            <a:off x="1483138" y="5337175"/>
            <a:ext cx="1456912" cy="348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1E3FCCF-E0C1-4AA2-86F0-9A12B34FF857}"/>
              </a:ext>
            </a:extLst>
          </p:cNvPr>
          <p:cNvSpPr/>
          <p:nvPr/>
        </p:nvSpPr>
        <p:spPr>
          <a:xfrm>
            <a:off x="2711450" y="2746375"/>
            <a:ext cx="29718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9E4C9-B089-438C-900C-00140DE0C2CA}"/>
              </a:ext>
            </a:extLst>
          </p:cNvPr>
          <p:cNvSpPr txBox="1"/>
          <p:nvPr/>
        </p:nvSpPr>
        <p:spPr>
          <a:xfrm>
            <a:off x="5616853" y="27024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사업분야</a:t>
            </a:r>
            <a:endParaRPr lang="en-CA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30344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>
            <a:extLst>
              <a:ext uri="{FF2B5EF4-FFF2-40B4-BE49-F238E27FC236}">
                <a16:creationId xmlns:a16="http://schemas.microsoft.com/office/drawing/2014/main" id="{39CF73A0-3A27-F3F0-DD1C-A33D36A3D938}"/>
              </a:ext>
            </a:extLst>
          </p:cNvPr>
          <p:cNvSpPr txBox="1"/>
          <p:nvPr/>
        </p:nvSpPr>
        <p:spPr>
          <a:xfrm>
            <a:off x="5294267" y="1372507"/>
            <a:ext cx="1167435" cy="351851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성과 관리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0062E8F3-3352-3A20-919C-0A9611063C15}"/>
              </a:ext>
            </a:extLst>
          </p:cNvPr>
          <p:cNvSpPr txBox="1"/>
          <p:nvPr/>
        </p:nvSpPr>
        <p:spPr>
          <a:xfrm>
            <a:off x="6544203" y="1363553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프로그램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13046DF-A7F9-9A36-6158-CB0CCDCC2D42}"/>
              </a:ext>
            </a:extLst>
          </p:cNvPr>
          <p:cNvSpPr txBox="1"/>
          <p:nvPr/>
        </p:nvSpPr>
        <p:spPr>
          <a:xfrm>
            <a:off x="501650" y="2060575"/>
            <a:ext cx="1792464" cy="351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기업회원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D228EE-980A-9E98-8666-6A3AB85AD9F5}"/>
              </a:ext>
            </a:extLst>
          </p:cNvPr>
          <p:cNvSpPr txBox="1"/>
          <p:nvPr/>
        </p:nvSpPr>
        <p:spPr>
          <a:xfrm>
            <a:off x="501650" y="1362646"/>
            <a:ext cx="1792464" cy="3518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93980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로고</a:t>
            </a:r>
            <a:endParaRPr lang="en-US" altLang="ko-KR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DED0159-A8BA-CCE9-6B37-B1161EC6032B}"/>
              </a:ext>
            </a:extLst>
          </p:cNvPr>
          <p:cNvSpPr txBox="1">
            <a:spLocks/>
          </p:cNvSpPr>
          <p:nvPr/>
        </p:nvSpPr>
        <p:spPr>
          <a:xfrm>
            <a:off x="797458" y="171068"/>
            <a:ext cx="6677659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50" b="0" i="0">
                <a:solidFill>
                  <a:srgbClr val="7E7E7E"/>
                </a:solidFill>
                <a:latin typeface="나눔스퀘어OTF Light"/>
                <a:ea typeface="+mj-ea"/>
                <a:cs typeface="나눔스퀘어OTF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관리자 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프로그램</a:t>
            </a:r>
            <a:r>
              <a:rPr lang="en-US" altLang="ko-KR" sz="28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endParaRPr lang="ko-KR" altLang="en-US" sz="2800" b="1" spc="-25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C51D644C-3CD8-34D4-FE57-FB0DCC0291DA}"/>
              </a:ext>
            </a:extLst>
          </p:cNvPr>
          <p:cNvSpPr txBox="1"/>
          <p:nvPr/>
        </p:nvSpPr>
        <p:spPr>
          <a:xfrm>
            <a:off x="4006850" y="1363553"/>
            <a:ext cx="1133058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기업검색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5B2B594-E847-299F-4453-C802F8AE58F8}"/>
              </a:ext>
            </a:extLst>
          </p:cNvPr>
          <p:cNvSpPr txBox="1"/>
          <p:nvPr/>
        </p:nvSpPr>
        <p:spPr>
          <a:xfrm>
            <a:off x="7821862" y="1382302"/>
            <a:ext cx="1167435" cy="350944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>
                <a:solidFill>
                  <a:schemeClr val="bg1"/>
                </a:solidFill>
                <a:latin typeface="+mn-ea"/>
                <a:ea typeface="+mn-ea"/>
              </a:rPr>
              <a:t>운영관리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05F7F906-5272-58D5-067A-7964AD00A942}"/>
              </a:ext>
            </a:extLst>
          </p:cNvPr>
          <p:cNvSpPr txBox="1"/>
          <p:nvPr/>
        </p:nvSpPr>
        <p:spPr>
          <a:xfrm>
            <a:off x="9119810" y="1371151"/>
            <a:ext cx="1167435" cy="350944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기업회원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AF2019D4-B7AF-51F3-1F47-77D8AA483C66}"/>
              </a:ext>
            </a:extLst>
          </p:cNvPr>
          <p:cNvSpPr txBox="1"/>
          <p:nvPr/>
        </p:nvSpPr>
        <p:spPr>
          <a:xfrm>
            <a:off x="2780215" y="1374704"/>
            <a:ext cx="1133058" cy="350944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93345" rIns="0" bIns="0" rtlCol="0" anchor="ctr" anchorCtr="0">
            <a:noAutofit/>
          </a:bodyPr>
          <a:lstStyle/>
          <a:p>
            <a:pPr marR="0" algn="ctr" fontAlgn="base" latinLnBrk="0"/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기업현황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166262B-3D9A-A8BB-12A6-CB4D9300AEA5}"/>
              </a:ext>
            </a:extLst>
          </p:cNvPr>
          <p:cNvGrpSpPr/>
          <p:nvPr/>
        </p:nvGrpSpPr>
        <p:grpSpPr>
          <a:xfrm>
            <a:off x="3731497" y="2441001"/>
            <a:ext cx="5257800" cy="4267200"/>
            <a:chOff x="5610612" y="3051174"/>
            <a:chExt cx="4423320" cy="4063367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3EBB3C7-1E4F-C59D-CA6E-B4C7D26EE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0612" y="3051174"/>
              <a:ext cx="4111238" cy="2503877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D6AC29F6-F8DF-4873-E889-FB5368DB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2807" y="5555051"/>
              <a:ext cx="4371125" cy="1559490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447C32-4332-40D8-E181-42E6627BFAA3}"/>
              </a:ext>
            </a:extLst>
          </p:cNvPr>
          <p:cNvSpPr/>
          <p:nvPr/>
        </p:nvSpPr>
        <p:spPr>
          <a:xfrm>
            <a:off x="7711638" y="2236500"/>
            <a:ext cx="994219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인쇄</a:t>
            </a:r>
          </a:p>
        </p:txBody>
      </p:sp>
    </p:spTree>
    <p:extLst>
      <p:ext uri="{BB962C8B-B14F-4D97-AF65-F5344CB8AC3E}">
        <p14:creationId xmlns:p14="http://schemas.microsoft.com/office/powerpoint/2010/main" val="110932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F5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685</Words>
  <Application>Microsoft Office PowerPoint</Application>
  <PresentationFormat>Custom</PresentationFormat>
  <Paragraphs>302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바탕</vt:lpstr>
      <vt:lpstr>HY헤드라인M</vt:lpstr>
      <vt:lpstr>나눔스퀘어OTF Light</vt:lpstr>
      <vt:lpstr>Calibri</vt:lpstr>
      <vt:lpstr>Wingdings</vt:lpstr>
      <vt:lpstr>Office Theme</vt:lpstr>
      <vt:lpstr>KNU창업톡  기업 성과관리/프로그램  관리 시스템 구축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e2jesse@hotmail.com</dc:creator>
  <cp:lastModifiedBy>Hye Ran Yoo</cp:lastModifiedBy>
  <cp:revision>107</cp:revision>
  <dcterms:created xsi:type="dcterms:W3CDTF">2024-04-10T19:26:11Z</dcterms:created>
  <dcterms:modified xsi:type="dcterms:W3CDTF">2025-11-12T01:50:39Z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2020-02-06T00:00:00Z</vt:filetime>
  </property>
  <property fmtid="{D5CDD505-2E9C-101B-9397-08002B2CF9AE}" pid="3" name="Creator">
    <vt:lpwstr>Microsoft® PowerPoint® Office 365용 </vt:lpwstr>
  </property>
  <property fmtid="{D5CDD505-2E9C-101B-9397-08002B2CF9AE}" pid="4" name="LastSaved">
    <vt:filetime>2024-04-10T00:00:00Z</vt:filetime>
  </property>
  <property fmtid="{D5CDD505-2E9C-101B-9397-08002B2CF9AE}" pid="5" name="Producer">
    <vt:lpwstr>Microsoft® PowerPoint® Office 365용 </vt:lpwstr>
  </property>
</Properties>
</file>